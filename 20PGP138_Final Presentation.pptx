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Noto Sans"/>
      <p:regular r:id="rId16"/>
      <p:bold r:id="rId17"/>
      <p:italic r:id="rId18"/>
      <p:boldItalic r:id="rId19"/>
    </p:embeddedFont>
    <p:embeddedFont>
      <p:font typeface="Noto Sa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bgA0pXl3a2zx669RjqIDbWrtG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89F5CE-FBBE-45CA-84EB-A0C9E3147C2E}">
  <a:tblStyle styleId="{6789F5CE-FBBE-45CA-84EB-A0C9E3147C2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3B6B5C4-A43D-4DE6-BDC2-288D75FE6FB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emiBold-regular.fntdata"/><Relationship Id="rId11" Type="http://schemas.openxmlformats.org/officeDocument/2006/relationships/slide" Target="slides/slide6.xml"/><Relationship Id="rId22" Type="http://schemas.openxmlformats.org/officeDocument/2006/relationships/font" Target="fonts/NotoSansSemiBold-italic.fntdata"/><Relationship Id="rId10" Type="http://schemas.openxmlformats.org/officeDocument/2006/relationships/slide" Target="slides/slide5.xml"/><Relationship Id="rId21" Type="http://schemas.openxmlformats.org/officeDocument/2006/relationships/font" Target="fonts/NotoSansSemiBold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NotoSans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-bold.fntdata"/><Relationship Id="rId16" Type="http://schemas.openxmlformats.org/officeDocument/2006/relationships/font" Target="fonts/No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No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/>
          <p:nvPr>
            <p:ph idx="2" type="sldImg"/>
          </p:nvPr>
        </p:nvSpPr>
        <p:spPr>
          <a:xfrm>
            <a:off x="-16992600" y="-11796713"/>
            <a:ext cx="22159913" cy="124650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2" name="Google Shape;242;p2:notes"/>
          <p:cNvSpPr txBox="1"/>
          <p:nvPr>
            <p:ph idx="1" type="body"/>
          </p:nvPr>
        </p:nvSpPr>
        <p:spPr>
          <a:xfrm>
            <a:off x="685800" y="4343400"/>
            <a:ext cx="5457825" cy="408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:notes"/>
          <p:cNvSpPr/>
          <p:nvPr>
            <p:ph idx="2" type="sldImg"/>
          </p:nvPr>
        </p:nvSpPr>
        <p:spPr>
          <a:xfrm>
            <a:off x="-16992600" y="-11796713"/>
            <a:ext cx="22159913" cy="124650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3:notes"/>
          <p:cNvSpPr txBox="1"/>
          <p:nvPr>
            <p:ph idx="1" type="body"/>
          </p:nvPr>
        </p:nvSpPr>
        <p:spPr>
          <a:xfrm>
            <a:off x="685800" y="4343400"/>
            <a:ext cx="5457825" cy="408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/>
          <p:nvPr>
            <p:ph idx="2" type="sldImg"/>
          </p:nvPr>
        </p:nvSpPr>
        <p:spPr>
          <a:xfrm>
            <a:off x="-16992600" y="-11796713"/>
            <a:ext cx="22159913" cy="124650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685800" y="4343400"/>
            <a:ext cx="5457825" cy="408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:notes"/>
          <p:cNvSpPr/>
          <p:nvPr>
            <p:ph idx="2" type="sldImg"/>
          </p:nvPr>
        </p:nvSpPr>
        <p:spPr>
          <a:xfrm>
            <a:off x="-16992600" y="-11796713"/>
            <a:ext cx="22159913" cy="124650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3" name="Google Shape;323;p6:notes"/>
          <p:cNvSpPr txBox="1"/>
          <p:nvPr>
            <p:ph idx="1" type="body"/>
          </p:nvPr>
        </p:nvSpPr>
        <p:spPr>
          <a:xfrm>
            <a:off x="685800" y="4343400"/>
            <a:ext cx="5457825" cy="408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tercolor Splatters">
  <p:cSld name="Watercolor Splatter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General Slide">
  <p:cSld name="4_General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9.jp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ppon paint Logos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4506" y="5426587"/>
            <a:ext cx="1672317" cy="10496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"/>
          <p:cNvGrpSpPr/>
          <p:nvPr/>
        </p:nvGrpSpPr>
        <p:grpSpPr>
          <a:xfrm>
            <a:off x="-597370" y="-393904"/>
            <a:ext cx="13398972" cy="7745642"/>
            <a:chOff x="-597370" y="-393904"/>
            <a:chExt cx="13398972" cy="7745642"/>
          </a:xfrm>
        </p:grpSpPr>
        <p:grpSp>
          <p:nvGrpSpPr>
            <p:cNvPr id="92" name="Google Shape;92;p1"/>
            <p:cNvGrpSpPr/>
            <p:nvPr/>
          </p:nvGrpSpPr>
          <p:grpSpPr>
            <a:xfrm rot="10800000">
              <a:off x="-597370" y="-328896"/>
              <a:ext cx="3312000" cy="7355226"/>
              <a:chOff x="-528478" y="549275"/>
              <a:chExt cx="2916078" cy="6475971"/>
            </a:xfrm>
          </p:grpSpPr>
          <p:grpSp>
            <p:nvGrpSpPr>
              <p:cNvPr id="93" name="Google Shape;93;p1"/>
              <p:cNvGrpSpPr/>
              <p:nvPr/>
            </p:nvGrpSpPr>
            <p:grpSpPr>
              <a:xfrm>
                <a:off x="-288577" y="549275"/>
                <a:ext cx="2676177" cy="2049196"/>
                <a:chOff x="4879357" y="-511351"/>
                <a:chExt cx="2676829" cy="2048905"/>
              </a:xfrm>
            </p:grpSpPr>
            <p:sp>
              <p:nvSpPr>
                <p:cNvPr id="94" name="Google Shape;94;p1"/>
                <p:cNvSpPr/>
                <p:nvPr/>
              </p:nvSpPr>
              <p:spPr>
                <a:xfrm>
                  <a:off x="5251886" y="-511351"/>
                  <a:ext cx="1847281" cy="1962496"/>
                </a:xfrm>
                <a:custGeom>
                  <a:rect b="b" l="l" r="r" t="t"/>
                  <a:pathLst>
                    <a:path extrusionOk="0" h="4506" w="4244">
                      <a:moveTo>
                        <a:pt x="3895" y="1366"/>
                      </a:moveTo>
                      <a:lnTo>
                        <a:pt x="2665" y="1366"/>
                      </a:lnTo>
                      <a:cubicBezTo>
                        <a:pt x="2524" y="1366"/>
                        <a:pt x="2410" y="1251"/>
                        <a:pt x="2410" y="1111"/>
                      </a:cubicBezTo>
                      <a:cubicBezTo>
                        <a:pt x="2410" y="970"/>
                        <a:pt x="2524" y="855"/>
                        <a:pt x="2665" y="855"/>
                      </a:cubicBezTo>
                      <a:lnTo>
                        <a:pt x="2965" y="855"/>
                      </a:lnTo>
                      <a:cubicBezTo>
                        <a:pt x="3202" y="855"/>
                        <a:pt x="3394" y="664"/>
                        <a:pt x="3394" y="427"/>
                      </a:cubicBezTo>
                      <a:cubicBezTo>
                        <a:pt x="3394" y="192"/>
                        <a:pt x="3202" y="0"/>
                        <a:pt x="2965" y="0"/>
                      </a:cubicBezTo>
                      <a:lnTo>
                        <a:pt x="963" y="0"/>
                      </a:lnTo>
                      <a:cubicBezTo>
                        <a:pt x="727" y="0"/>
                        <a:pt x="536" y="192"/>
                        <a:pt x="536" y="427"/>
                      </a:cubicBezTo>
                      <a:cubicBezTo>
                        <a:pt x="536" y="664"/>
                        <a:pt x="727" y="855"/>
                        <a:pt x="963" y="855"/>
                      </a:cubicBezTo>
                      <a:lnTo>
                        <a:pt x="1472" y="855"/>
                      </a:lnTo>
                      <a:cubicBezTo>
                        <a:pt x="1613" y="855"/>
                        <a:pt x="1727" y="970"/>
                        <a:pt x="1727" y="1111"/>
                      </a:cubicBezTo>
                      <a:cubicBezTo>
                        <a:pt x="1727" y="1251"/>
                        <a:pt x="1613" y="1366"/>
                        <a:pt x="1472" y="1366"/>
                      </a:cubicBezTo>
                      <a:lnTo>
                        <a:pt x="770" y="1366"/>
                      </a:lnTo>
                      <a:cubicBezTo>
                        <a:pt x="578" y="1366"/>
                        <a:pt x="422" y="1521"/>
                        <a:pt x="422" y="1713"/>
                      </a:cubicBezTo>
                      <a:cubicBezTo>
                        <a:pt x="422" y="1906"/>
                        <a:pt x="578" y="2061"/>
                        <a:pt x="770" y="2061"/>
                      </a:cubicBezTo>
                      <a:lnTo>
                        <a:pt x="993" y="2061"/>
                      </a:lnTo>
                      <a:cubicBezTo>
                        <a:pt x="1134" y="2061"/>
                        <a:pt x="1248" y="2175"/>
                        <a:pt x="1248" y="2316"/>
                      </a:cubicBezTo>
                      <a:cubicBezTo>
                        <a:pt x="1248" y="2456"/>
                        <a:pt x="1134" y="2571"/>
                        <a:pt x="993" y="2571"/>
                      </a:cubicBezTo>
                      <a:lnTo>
                        <a:pt x="347" y="2571"/>
                      </a:lnTo>
                      <a:cubicBezTo>
                        <a:pt x="155" y="2571"/>
                        <a:pt x="0" y="2726"/>
                        <a:pt x="0" y="2918"/>
                      </a:cubicBezTo>
                      <a:cubicBezTo>
                        <a:pt x="0" y="3110"/>
                        <a:pt x="155" y="3267"/>
                        <a:pt x="347" y="3267"/>
                      </a:cubicBezTo>
                      <a:lnTo>
                        <a:pt x="1581" y="3267"/>
                      </a:lnTo>
                      <a:cubicBezTo>
                        <a:pt x="1729" y="3267"/>
                        <a:pt x="1851" y="3388"/>
                        <a:pt x="1851" y="3538"/>
                      </a:cubicBezTo>
                      <a:cubicBezTo>
                        <a:pt x="1851" y="3687"/>
                        <a:pt x="1729" y="3808"/>
                        <a:pt x="1581" y="3808"/>
                      </a:cubicBezTo>
                      <a:lnTo>
                        <a:pt x="1548" y="3808"/>
                      </a:lnTo>
                      <a:cubicBezTo>
                        <a:pt x="1356" y="3808"/>
                        <a:pt x="1200" y="3963"/>
                        <a:pt x="1200" y="4156"/>
                      </a:cubicBezTo>
                      <a:cubicBezTo>
                        <a:pt x="1200" y="4348"/>
                        <a:pt x="1356" y="4505"/>
                        <a:pt x="1548" y="4505"/>
                      </a:cubicBezTo>
                      <a:lnTo>
                        <a:pt x="3473" y="4505"/>
                      </a:lnTo>
                      <a:cubicBezTo>
                        <a:pt x="3665" y="4505"/>
                        <a:pt x="3821" y="4348"/>
                        <a:pt x="3821" y="4156"/>
                      </a:cubicBezTo>
                      <a:cubicBezTo>
                        <a:pt x="3821" y="3963"/>
                        <a:pt x="3665" y="3808"/>
                        <a:pt x="3473" y="3808"/>
                      </a:cubicBezTo>
                      <a:lnTo>
                        <a:pt x="3259" y="3808"/>
                      </a:lnTo>
                      <a:cubicBezTo>
                        <a:pt x="3110" y="3808"/>
                        <a:pt x="2988" y="3687"/>
                        <a:pt x="2988" y="3538"/>
                      </a:cubicBezTo>
                      <a:cubicBezTo>
                        <a:pt x="2988" y="3388"/>
                        <a:pt x="3110" y="3267"/>
                        <a:pt x="3259" y="3267"/>
                      </a:cubicBezTo>
                      <a:lnTo>
                        <a:pt x="3473" y="3267"/>
                      </a:lnTo>
                      <a:cubicBezTo>
                        <a:pt x="3665" y="3267"/>
                        <a:pt x="3821" y="3110"/>
                        <a:pt x="3821" y="2918"/>
                      </a:cubicBezTo>
                      <a:cubicBezTo>
                        <a:pt x="3821" y="2726"/>
                        <a:pt x="3665" y="2571"/>
                        <a:pt x="3473" y="2571"/>
                      </a:cubicBezTo>
                      <a:lnTo>
                        <a:pt x="3509" y="2571"/>
                      </a:lnTo>
                      <a:cubicBezTo>
                        <a:pt x="3369" y="2571"/>
                        <a:pt x="3254" y="2456"/>
                        <a:pt x="3254" y="2316"/>
                      </a:cubicBezTo>
                      <a:cubicBezTo>
                        <a:pt x="3254" y="2175"/>
                        <a:pt x="3369" y="2061"/>
                        <a:pt x="3509" y="2061"/>
                      </a:cubicBezTo>
                      <a:lnTo>
                        <a:pt x="3895" y="2061"/>
                      </a:lnTo>
                      <a:cubicBezTo>
                        <a:pt x="4088" y="2061"/>
                        <a:pt x="4243" y="1906"/>
                        <a:pt x="4243" y="1713"/>
                      </a:cubicBezTo>
                      <a:cubicBezTo>
                        <a:pt x="4243" y="1521"/>
                        <a:pt x="4088" y="1366"/>
                        <a:pt x="3895" y="1366"/>
                      </a:cubicBezTo>
                    </a:path>
                  </a:pathLst>
                </a:custGeom>
                <a:solidFill>
                  <a:srgbClr val="8C449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1"/>
                <p:cNvSpPr/>
                <p:nvPr/>
              </p:nvSpPr>
              <p:spPr>
                <a:xfrm>
                  <a:off x="7064601" y="1147745"/>
                  <a:ext cx="437817" cy="303400"/>
                </a:xfrm>
                <a:custGeom>
                  <a:rect b="b" l="l" r="r" t="t"/>
                  <a:pathLst>
                    <a:path extrusionOk="0" h="698" w="1007">
                      <a:moveTo>
                        <a:pt x="657" y="0"/>
                      </a:moveTo>
                      <a:lnTo>
                        <a:pt x="347" y="0"/>
                      </a:lnTo>
                      <a:cubicBezTo>
                        <a:pt x="156" y="0"/>
                        <a:pt x="0" y="155"/>
                        <a:pt x="0" y="348"/>
                      </a:cubicBezTo>
                      <a:cubicBezTo>
                        <a:pt x="0" y="540"/>
                        <a:pt x="156" y="697"/>
                        <a:pt x="347" y="697"/>
                      </a:cubicBezTo>
                      <a:lnTo>
                        <a:pt x="657" y="697"/>
                      </a:lnTo>
                      <a:cubicBezTo>
                        <a:pt x="849" y="697"/>
                        <a:pt x="1006" y="540"/>
                        <a:pt x="1006" y="348"/>
                      </a:cubicBezTo>
                      <a:cubicBezTo>
                        <a:pt x="1006" y="155"/>
                        <a:pt x="849" y="0"/>
                        <a:pt x="657" y="0"/>
                      </a:cubicBezTo>
                    </a:path>
                  </a:pathLst>
                </a:custGeom>
                <a:solidFill>
                  <a:srgbClr val="8C449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p1"/>
                <p:cNvSpPr/>
                <p:nvPr/>
              </p:nvSpPr>
              <p:spPr>
                <a:xfrm>
                  <a:off x="4879357" y="47441"/>
                  <a:ext cx="437817" cy="303400"/>
                </a:xfrm>
                <a:custGeom>
                  <a:rect b="b" l="l" r="r" t="t"/>
                  <a:pathLst>
                    <a:path extrusionOk="0" h="696" w="1006">
                      <a:moveTo>
                        <a:pt x="657" y="0"/>
                      </a:moveTo>
                      <a:lnTo>
                        <a:pt x="348" y="0"/>
                      </a:lnTo>
                      <a:cubicBezTo>
                        <a:pt x="155" y="0"/>
                        <a:pt x="0" y="155"/>
                        <a:pt x="0" y="347"/>
                      </a:cubicBezTo>
                      <a:cubicBezTo>
                        <a:pt x="0" y="540"/>
                        <a:pt x="155" y="695"/>
                        <a:pt x="348" y="695"/>
                      </a:cubicBezTo>
                      <a:lnTo>
                        <a:pt x="657" y="695"/>
                      </a:lnTo>
                      <a:cubicBezTo>
                        <a:pt x="849" y="695"/>
                        <a:pt x="1005" y="540"/>
                        <a:pt x="1005" y="347"/>
                      </a:cubicBezTo>
                      <a:cubicBezTo>
                        <a:pt x="1005" y="155"/>
                        <a:pt x="849" y="0"/>
                        <a:pt x="657" y="0"/>
                      </a:cubicBezTo>
                    </a:path>
                  </a:pathLst>
                </a:custGeom>
                <a:solidFill>
                  <a:srgbClr val="8C449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" name="Google Shape;97;p1"/>
                <p:cNvSpPr/>
                <p:nvPr/>
              </p:nvSpPr>
              <p:spPr>
                <a:xfrm>
                  <a:off x="5372861" y="410368"/>
                  <a:ext cx="74890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1"/>
                <p:cNvSpPr/>
                <p:nvPr/>
              </p:nvSpPr>
              <p:spPr>
                <a:xfrm>
                  <a:off x="6215851" y="160736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5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5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1"/>
                <p:cNvSpPr/>
                <p:nvPr/>
              </p:nvSpPr>
              <p:spPr>
                <a:xfrm>
                  <a:off x="5774193" y="771375"/>
                  <a:ext cx="74889" cy="74889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5"/>
                        <a:pt x="134" y="173"/>
                        <a:pt x="87" y="173"/>
                      </a:cubicBezTo>
                      <a:cubicBezTo>
                        <a:pt x="39" y="173"/>
                        <a:pt x="0" y="135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6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1"/>
                <p:cNvSpPr/>
                <p:nvPr/>
              </p:nvSpPr>
              <p:spPr>
                <a:xfrm>
                  <a:off x="5372861" y="1026769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1"/>
                <p:cNvSpPr/>
                <p:nvPr/>
              </p:nvSpPr>
              <p:spPr>
                <a:xfrm>
                  <a:off x="6580698" y="1247597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3" y="174"/>
                        <a:pt x="85" y="174"/>
                      </a:cubicBezTo>
                      <a:cubicBezTo>
                        <a:pt x="38" y="174"/>
                        <a:pt x="0" y="135"/>
                        <a:pt x="0" y="87"/>
                      </a:cubicBezTo>
                      <a:cubicBezTo>
                        <a:pt x="0" y="39"/>
                        <a:pt x="38" y="0"/>
                        <a:pt x="85" y="0"/>
                      </a:cubicBezTo>
                      <a:cubicBezTo>
                        <a:pt x="133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1"/>
                <p:cNvSpPr/>
                <p:nvPr/>
              </p:nvSpPr>
              <p:spPr>
                <a:xfrm>
                  <a:off x="5612892" y="-327008"/>
                  <a:ext cx="74889" cy="74889"/>
                </a:xfrm>
                <a:custGeom>
                  <a:rect b="b" l="l" r="r" t="t"/>
                  <a:pathLst>
                    <a:path extrusionOk="0" h="173" w="174">
                      <a:moveTo>
                        <a:pt x="173" y="85"/>
                      </a:moveTo>
                      <a:lnTo>
                        <a:pt x="173" y="85"/>
                      </a:lnTo>
                      <a:cubicBezTo>
                        <a:pt x="173" y="133"/>
                        <a:pt x="134" y="172"/>
                        <a:pt x="87" y="172"/>
                      </a:cubicBezTo>
                      <a:cubicBezTo>
                        <a:pt x="39" y="172"/>
                        <a:pt x="0" y="133"/>
                        <a:pt x="0" y="85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3" y="38"/>
                        <a:pt x="173" y="85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1"/>
                <p:cNvSpPr/>
                <p:nvPr/>
              </p:nvSpPr>
              <p:spPr>
                <a:xfrm>
                  <a:off x="5317174" y="485257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2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2" y="0"/>
                        <a:pt x="105" y="24"/>
                        <a:pt x="105" y="53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1"/>
                <p:cNvSpPr/>
                <p:nvPr/>
              </p:nvSpPr>
              <p:spPr>
                <a:xfrm>
                  <a:off x="6421317" y="610074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1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1"/>
                <p:cNvSpPr/>
                <p:nvPr/>
              </p:nvSpPr>
              <p:spPr>
                <a:xfrm>
                  <a:off x="5493837" y="1176547"/>
                  <a:ext cx="46086" cy="46086"/>
                </a:xfrm>
                <a:custGeom>
                  <a:rect b="b" l="l" r="r" t="t"/>
                  <a:pathLst>
                    <a:path extrusionOk="0" h="107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2"/>
                        <a:pt x="82" y="106"/>
                        <a:pt x="52" y="106"/>
                      </a:cubicBezTo>
                      <a:cubicBezTo>
                        <a:pt x="24" y="106"/>
                        <a:pt x="0" y="82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1"/>
                <p:cNvSpPr/>
                <p:nvPr/>
              </p:nvSpPr>
              <p:spPr>
                <a:xfrm>
                  <a:off x="7283510" y="88082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2" y="105"/>
                        <a:pt x="52" y="105"/>
                      </a:cubicBezTo>
                      <a:cubicBezTo>
                        <a:pt x="24" y="105"/>
                        <a:pt x="0" y="82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1"/>
                <p:cNvSpPr/>
                <p:nvPr/>
              </p:nvSpPr>
              <p:spPr>
                <a:xfrm>
                  <a:off x="6275379" y="231785"/>
                  <a:ext cx="1280807" cy="551112"/>
                </a:xfrm>
                <a:custGeom>
                  <a:rect b="b" l="l" r="r" t="t"/>
                  <a:pathLst>
                    <a:path extrusionOk="0" h="1267" w="2943">
                      <a:moveTo>
                        <a:pt x="2627" y="633"/>
                      </a:moveTo>
                      <a:lnTo>
                        <a:pt x="1990" y="633"/>
                      </a:lnTo>
                      <a:cubicBezTo>
                        <a:pt x="2165" y="633"/>
                        <a:pt x="2307" y="491"/>
                        <a:pt x="2307" y="316"/>
                      </a:cubicBezTo>
                      <a:cubicBezTo>
                        <a:pt x="2307" y="141"/>
                        <a:pt x="2165" y="0"/>
                        <a:pt x="1990" y="0"/>
                      </a:cubicBezTo>
                      <a:lnTo>
                        <a:pt x="316" y="0"/>
                      </a:lnTo>
                      <a:cubicBezTo>
                        <a:pt x="142" y="0"/>
                        <a:pt x="0" y="141"/>
                        <a:pt x="0" y="316"/>
                      </a:cubicBezTo>
                      <a:cubicBezTo>
                        <a:pt x="0" y="491"/>
                        <a:pt x="142" y="633"/>
                        <a:pt x="316" y="633"/>
                      </a:cubicBezTo>
                      <a:lnTo>
                        <a:pt x="953" y="633"/>
                      </a:lnTo>
                      <a:cubicBezTo>
                        <a:pt x="778" y="633"/>
                        <a:pt x="637" y="774"/>
                        <a:pt x="637" y="949"/>
                      </a:cubicBezTo>
                      <a:cubicBezTo>
                        <a:pt x="637" y="1123"/>
                        <a:pt x="778" y="1266"/>
                        <a:pt x="953" y="1266"/>
                      </a:cubicBezTo>
                      <a:lnTo>
                        <a:pt x="2627" y="1266"/>
                      </a:lnTo>
                      <a:cubicBezTo>
                        <a:pt x="2801" y="1266"/>
                        <a:pt x="2942" y="1123"/>
                        <a:pt x="2942" y="949"/>
                      </a:cubicBezTo>
                      <a:cubicBezTo>
                        <a:pt x="2942" y="774"/>
                        <a:pt x="2801" y="633"/>
                        <a:pt x="2627" y="633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1"/>
                <p:cNvSpPr/>
                <p:nvPr/>
              </p:nvSpPr>
              <p:spPr>
                <a:xfrm>
                  <a:off x="5584088" y="1276400"/>
                  <a:ext cx="618321" cy="261154"/>
                </a:xfrm>
                <a:custGeom>
                  <a:rect b="b" l="l" r="r" t="t"/>
                  <a:pathLst>
                    <a:path extrusionOk="0" h="600" w="1420">
                      <a:moveTo>
                        <a:pt x="1119" y="599"/>
                      </a:moveTo>
                      <a:lnTo>
                        <a:pt x="299" y="599"/>
                      </a:lnTo>
                      <a:cubicBezTo>
                        <a:pt x="133" y="599"/>
                        <a:pt x="0" y="465"/>
                        <a:pt x="0" y="300"/>
                      </a:cubicBezTo>
                      <a:cubicBezTo>
                        <a:pt x="0" y="134"/>
                        <a:pt x="133" y="0"/>
                        <a:pt x="299" y="0"/>
                      </a:cubicBezTo>
                      <a:lnTo>
                        <a:pt x="1119" y="0"/>
                      </a:lnTo>
                      <a:cubicBezTo>
                        <a:pt x="1284" y="0"/>
                        <a:pt x="1419" y="134"/>
                        <a:pt x="1419" y="300"/>
                      </a:cubicBezTo>
                      <a:cubicBezTo>
                        <a:pt x="1419" y="465"/>
                        <a:pt x="1284" y="599"/>
                        <a:pt x="1119" y="599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9" name="Google Shape;109;p1"/>
              <p:cNvGrpSpPr/>
              <p:nvPr/>
            </p:nvGrpSpPr>
            <p:grpSpPr>
              <a:xfrm>
                <a:off x="-145121" y="4607798"/>
                <a:ext cx="2404749" cy="2417448"/>
                <a:chOff x="7988241" y="5080416"/>
                <a:chExt cx="2406074" cy="2417594"/>
              </a:xfrm>
            </p:grpSpPr>
            <p:sp>
              <p:nvSpPr>
                <p:cNvPr id="110" name="Google Shape;110;p1"/>
                <p:cNvSpPr/>
                <p:nvPr/>
              </p:nvSpPr>
              <p:spPr>
                <a:xfrm>
                  <a:off x="8533592" y="5210994"/>
                  <a:ext cx="1860723" cy="2106514"/>
                </a:xfrm>
                <a:custGeom>
                  <a:rect b="b" l="l" r="r" t="t"/>
                  <a:pathLst>
                    <a:path extrusionOk="0" h="4839" w="4271">
                      <a:moveTo>
                        <a:pt x="3899" y="2021"/>
                      </a:moveTo>
                      <a:lnTo>
                        <a:pt x="2359" y="2021"/>
                      </a:lnTo>
                      <a:cubicBezTo>
                        <a:pt x="2367" y="2021"/>
                        <a:pt x="2375" y="2020"/>
                        <a:pt x="2385" y="2020"/>
                      </a:cubicBezTo>
                      <a:cubicBezTo>
                        <a:pt x="2249" y="2007"/>
                        <a:pt x="2142" y="1893"/>
                        <a:pt x="2142" y="1753"/>
                      </a:cubicBezTo>
                      <a:cubicBezTo>
                        <a:pt x="2142" y="1614"/>
                        <a:pt x="2249" y="1500"/>
                        <a:pt x="2385" y="1487"/>
                      </a:cubicBezTo>
                      <a:cubicBezTo>
                        <a:pt x="2375" y="1487"/>
                        <a:pt x="2367" y="1486"/>
                        <a:pt x="2359" y="1486"/>
                      </a:cubicBezTo>
                      <a:lnTo>
                        <a:pt x="2594" y="1486"/>
                      </a:lnTo>
                      <a:cubicBezTo>
                        <a:pt x="2800" y="1486"/>
                        <a:pt x="2966" y="1320"/>
                        <a:pt x="2966" y="1115"/>
                      </a:cubicBezTo>
                      <a:cubicBezTo>
                        <a:pt x="2966" y="910"/>
                        <a:pt x="2800" y="743"/>
                        <a:pt x="2594" y="743"/>
                      </a:cubicBezTo>
                      <a:lnTo>
                        <a:pt x="3304" y="743"/>
                      </a:lnTo>
                      <a:cubicBezTo>
                        <a:pt x="3508" y="743"/>
                        <a:pt x="3675" y="577"/>
                        <a:pt x="3675" y="372"/>
                      </a:cubicBezTo>
                      <a:cubicBezTo>
                        <a:pt x="3675" y="167"/>
                        <a:pt x="3508" y="0"/>
                        <a:pt x="3304" y="0"/>
                      </a:cubicBezTo>
                      <a:lnTo>
                        <a:pt x="1833" y="0"/>
                      </a:lnTo>
                      <a:cubicBezTo>
                        <a:pt x="1627" y="0"/>
                        <a:pt x="1461" y="167"/>
                        <a:pt x="1461" y="372"/>
                      </a:cubicBezTo>
                      <a:cubicBezTo>
                        <a:pt x="1461" y="577"/>
                        <a:pt x="1627" y="743"/>
                        <a:pt x="1833" y="743"/>
                      </a:cubicBezTo>
                      <a:lnTo>
                        <a:pt x="1124" y="743"/>
                      </a:lnTo>
                      <a:cubicBezTo>
                        <a:pt x="919" y="743"/>
                        <a:pt x="753" y="910"/>
                        <a:pt x="753" y="1115"/>
                      </a:cubicBezTo>
                      <a:cubicBezTo>
                        <a:pt x="753" y="1320"/>
                        <a:pt x="919" y="1486"/>
                        <a:pt x="1124" y="1486"/>
                      </a:cubicBezTo>
                      <a:lnTo>
                        <a:pt x="1316" y="1486"/>
                      </a:lnTo>
                      <a:cubicBezTo>
                        <a:pt x="1464" y="1486"/>
                        <a:pt x="1583" y="1605"/>
                        <a:pt x="1583" y="1753"/>
                      </a:cubicBezTo>
                      <a:cubicBezTo>
                        <a:pt x="1583" y="1901"/>
                        <a:pt x="1464" y="2021"/>
                        <a:pt x="1316" y="2021"/>
                      </a:cubicBezTo>
                      <a:lnTo>
                        <a:pt x="606" y="2021"/>
                      </a:lnTo>
                      <a:cubicBezTo>
                        <a:pt x="401" y="2021"/>
                        <a:pt x="234" y="2187"/>
                        <a:pt x="234" y="2392"/>
                      </a:cubicBezTo>
                      <a:cubicBezTo>
                        <a:pt x="234" y="2597"/>
                        <a:pt x="401" y="2764"/>
                        <a:pt x="606" y="2764"/>
                      </a:cubicBezTo>
                      <a:lnTo>
                        <a:pt x="1047" y="2764"/>
                      </a:lnTo>
                      <a:cubicBezTo>
                        <a:pt x="1043" y="2764"/>
                        <a:pt x="1039" y="2764"/>
                        <a:pt x="1035" y="2764"/>
                      </a:cubicBezTo>
                      <a:cubicBezTo>
                        <a:pt x="1190" y="2771"/>
                        <a:pt x="1316" y="2900"/>
                        <a:pt x="1316" y="3057"/>
                      </a:cubicBezTo>
                      <a:cubicBezTo>
                        <a:pt x="1316" y="3216"/>
                        <a:pt x="1190" y="3345"/>
                        <a:pt x="1035" y="3351"/>
                      </a:cubicBezTo>
                      <a:cubicBezTo>
                        <a:pt x="1039" y="3351"/>
                        <a:pt x="1043" y="3352"/>
                        <a:pt x="1047" y="3352"/>
                      </a:cubicBezTo>
                      <a:lnTo>
                        <a:pt x="372" y="3352"/>
                      </a:lnTo>
                      <a:cubicBezTo>
                        <a:pt x="167" y="3352"/>
                        <a:pt x="0" y="3517"/>
                        <a:pt x="0" y="3723"/>
                      </a:cubicBezTo>
                      <a:cubicBezTo>
                        <a:pt x="0" y="3928"/>
                        <a:pt x="167" y="4094"/>
                        <a:pt x="372" y="4094"/>
                      </a:cubicBezTo>
                      <a:lnTo>
                        <a:pt x="833" y="4094"/>
                      </a:lnTo>
                      <a:cubicBezTo>
                        <a:pt x="627" y="4094"/>
                        <a:pt x="461" y="4260"/>
                        <a:pt x="461" y="4465"/>
                      </a:cubicBezTo>
                      <a:cubicBezTo>
                        <a:pt x="461" y="4672"/>
                        <a:pt x="627" y="4838"/>
                        <a:pt x="833" y="4838"/>
                      </a:cubicBezTo>
                      <a:lnTo>
                        <a:pt x="2524" y="4838"/>
                      </a:lnTo>
                      <a:cubicBezTo>
                        <a:pt x="2729" y="4838"/>
                        <a:pt x="2895" y="4672"/>
                        <a:pt x="2895" y="4465"/>
                      </a:cubicBezTo>
                      <a:cubicBezTo>
                        <a:pt x="2895" y="4260"/>
                        <a:pt x="2729" y="4094"/>
                        <a:pt x="2524" y="4094"/>
                      </a:cubicBezTo>
                      <a:lnTo>
                        <a:pt x="2064" y="4094"/>
                      </a:lnTo>
                      <a:cubicBezTo>
                        <a:pt x="2269" y="4094"/>
                        <a:pt x="2435" y="3928"/>
                        <a:pt x="2435" y="3723"/>
                      </a:cubicBezTo>
                      <a:cubicBezTo>
                        <a:pt x="2435" y="3517"/>
                        <a:pt x="2269" y="3352"/>
                        <a:pt x="2064" y="3352"/>
                      </a:cubicBezTo>
                      <a:lnTo>
                        <a:pt x="3042" y="3352"/>
                      </a:lnTo>
                      <a:cubicBezTo>
                        <a:pt x="2836" y="3352"/>
                        <a:pt x="2670" y="3517"/>
                        <a:pt x="2670" y="3723"/>
                      </a:cubicBezTo>
                      <a:cubicBezTo>
                        <a:pt x="2670" y="3928"/>
                        <a:pt x="2836" y="4094"/>
                        <a:pt x="3042" y="4094"/>
                      </a:cubicBezTo>
                      <a:lnTo>
                        <a:pt x="3670" y="4094"/>
                      </a:lnTo>
                      <a:cubicBezTo>
                        <a:pt x="3876" y="4094"/>
                        <a:pt x="4042" y="3928"/>
                        <a:pt x="4042" y="3723"/>
                      </a:cubicBezTo>
                      <a:cubicBezTo>
                        <a:pt x="4042" y="3517"/>
                        <a:pt x="3876" y="3352"/>
                        <a:pt x="3670" y="3352"/>
                      </a:cubicBezTo>
                      <a:lnTo>
                        <a:pt x="3236" y="3352"/>
                      </a:lnTo>
                      <a:cubicBezTo>
                        <a:pt x="3399" y="3352"/>
                        <a:pt x="3532" y="3220"/>
                        <a:pt x="3532" y="3057"/>
                      </a:cubicBezTo>
                      <a:cubicBezTo>
                        <a:pt x="3532" y="2895"/>
                        <a:pt x="3399" y="2764"/>
                        <a:pt x="3236" y="2764"/>
                      </a:cubicBezTo>
                      <a:lnTo>
                        <a:pt x="3899" y="2764"/>
                      </a:lnTo>
                      <a:cubicBezTo>
                        <a:pt x="4104" y="2764"/>
                        <a:pt x="4270" y="2597"/>
                        <a:pt x="4270" y="2392"/>
                      </a:cubicBezTo>
                      <a:cubicBezTo>
                        <a:pt x="4270" y="2187"/>
                        <a:pt x="4104" y="2021"/>
                        <a:pt x="3899" y="2021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1"/>
                <p:cNvSpPr/>
                <p:nvPr/>
              </p:nvSpPr>
              <p:spPr>
                <a:xfrm>
                  <a:off x="7988241" y="6090468"/>
                  <a:ext cx="514627" cy="324522"/>
                </a:xfrm>
                <a:custGeom>
                  <a:rect b="b" l="l" r="r" t="t"/>
                  <a:pathLst>
                    <a:path extrusionOk="0" h="744" w="1181">
                      <a:moveTo>
                        <a:pt x="808" y="0"/>
                      </a:moveTo>
                      <a:lnTo>
                        <a:pt x="371" y="0"/>
                      </a:lnTo>
                      <a:cubicBezTo>
                        <a:pt x="166" y="0"/>
                        <a:pt x="0" y="166"/>
                        <a:pt x="0" y="371"/>
                      </a:cubicBezTo>
                      <a:cubicBezTo>
                        <a:pt x="0" y="576"/>
                        <a:pt x="166" y="743"/>
                        <a:pt x="371" y="743"/>
                      </a:cubicBezTo>
                      <a:lnTo>
                        <a:pt x="808" y="743"/>
                      </a:lnTo>
                      <a:cubicBezTo>
                        <a:pt x="1013" y="743"/>
                        <a:pt x="1180" y="576"/>
                        <a:pt x="1180" y="371"/>
                      </a:cubicBezTo>
                      <a:cubicBezTo>
                        <a:pt x="1180" y="166"/>
                        <a:pt x="1013" y="0"/>
                        <a:pt x="808" y="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1"/>
                <p:cNvSpPr/>
                <p:nvPr/>
              </p:nvSpPr>
              <p:spPr>
                <a:xfrm>
                  <a:off x="8529751" y="7098598"/>
                  <a:ext cx="76810" cy="76810"/>
                </a:xfrm>
                <a:custGeom>
                  <a:rect b="b" l="l" r="r" t="t"/>
                  <a:pathLst>
                    <a:path extrusionOk="0" h="175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6"/>
                        <a:pt x="135" y="174"/>
                        <a:pt x="87" y="174"/>
                      </a:cubicBezTo>
                      <a:cubicBezTo>
                        <a:pt x="39" y="174"/>
                        <a:pt x="0" y="136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1"/>
                <p:cNvSpPr/>
                <p:nvPr/>
              </p:nvSpPr>
              <p:spPr>
                <a:xfrm>
                  <a:off x="9804798" y="5921486"/>
                  <a:ext cx="74890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5"/>
                      </a:moveTo>
                      <a:lnTo>
                        <a:pt x="172" y="85"/>
                      </a:lnTo>
                      <a:cubicBezTo>
                        <a:pt x="172" y="134"/>
                        <a:pt x="133" y="172"/>
                        <a:pt x="85" y="172"/>
                      </a:cubicBezTo>
                      <a:cubicBezTo>
                        <a:pt x="38" y="172"/>
                        <a:pt x="0" y="134"/>
                        <a:pt x="0" y="85"/>
                      </a:cubicBezTo>
                      <a:cubicBezTo>
                        <a:pt x="0" y="38"/>
                        <a:pt x="38" y="0"/>
                        <a:pt x="85" y="0"/>
                      </a:cubicBezTo>
                      <a:cubicBezTo>
                        <a:pt x="133" y="0"/>
                        <a:pt x="172" y="38"/>
                        <a:pt x="172" y="85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1"/>
                <p:cNvSpPr/>
                <p:nvPr/>
              </p:nvSpPr>
              <p:spPr>
                <a:xfrm>
                  <a:off x="9583969" y="6414990"/>
                  <a:ext cx="74889" cy="74890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2" y="38"/>
                        <a:pt x="172" y="86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1"/>
                <p:cNvSpPr/>
                <p:nvPr/>
              </p:nvSpPr>
              <p:spPr>
                <a:xfrm>
                  <a:off x="10050590" y="7423121"/>
                  <a:ext cx="74890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5"/>
                      </a:moveTo>
                      <a:lnTo>
                        <a:pt x="172" y="85"/>
                      </a:lnTo>
                      <a:cubicBezTo>
                        <a:pt x="172" y="134"/>
                        <a:pt x="133" y="172"/>
                        <a:pt x="85" y="172"/>
                      </a:cubicBezTo>
                      <a:cubicBezTo>
                        <a:pt x="38" y="172"/>
                        <a:pt x="0" y="134"/>
                        <a:pt x="0" y="85"/>
                      </a:cubicBezTo>
                      <a:cubicBezTo>
                        <a:pt x="0" y="39"/>
                        <a:pt x="38" y="0"/>
                        <a:pt x="85" y="0"/>
                      </a:cubicBezTo>
                      <a:cubicBezTo>
                        <a:pt x="133" y="0"/>
                        <a:pt x="172" y="39"/>
                        <a:pt x="172" y="85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16;p1"/>
                <p:cNvSpPr/>
                <p:nvPr/>
              </p:nvSpPr>
              <p:spPr>
                <a:xfrm>
                  <a:off x="8307003" y="6211444"/>
                  <a:ext cx="74890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5"/>
                      </a:moveTo>
                      <a:lnTo>
                        <a:pt x="173" y="85"/>
                      </a:lnTo>
                      <a:cubicBezTo>
                        <a:pt x="173" y="133"/>
                        <a:pt x="135" y="172"/>
                        <a:pt x="87" y="172"/>
                      </a:cubicBezTo>
                      <a:cubicBezTo>
                        <a:pt x="39" y="172"/>
                        <a:pt x="0" y="133"/>
                        <a:pt x="0" y="85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5" y="0"/>
                        <a:pt x="173" y="38"/>
                        <a:pt x="173" y="85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17;p1"/>
                <p:cNvSpPr/>
                <p:nvPr/>
              </p:nvSpPr>
              <p:spPr>
                <a:xfrm>
                  <a:off x="9270969" y="5289723"/>
                  <a:ext cx="74890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4"/>
                        <a:pt x="134" y="174"/>
                        <a:pt x="86" y="174"/>
                      </a:cubicBezTo>
                      <a:cubicBezTo>
                        <a:pt x="39" y="174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1"/>
                <p:cNvSpPr/>
                <p:nvPr/>
              </p:nvSpPr>
              <p:spPr>
                <a:xfrm>
                  <a:off x="8462543" y="695458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0" y="105"/>
                        <a:pt x="52" y="105"/>
                      </a:cubicBezTo>
                      <a:cubicBezTo>
                        <a:pt x="24" y="105"/>
                        <a:pt x="0" y="82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1"/>
                <p:cNvSpPr/>
                <p:nvPr/>
              </p:nvSpPr>
              <p:spPr>
                <a:xfrm>
                  <a:off x="8483665" y="595797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3"/>
                        <a:pt x="82" y="105"/>
                        <a:pt x="52" y="105"/>
                      </a:cubicBezTo>
                      <a:cubicBezTo>
                        <a:pt x="24" y="105"/>
                        <a:pt x="0" y="83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1"/>
                <p:cNvSpPr/>
                <p:nvPr/>
              </p:nvSpPr>
              <p:spPr>
                <a:xfrm>
                  <a:off x="9322815" y="6263290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2"/>
                        <a:pt x="81" y="104"/>
                        <a:pt x="52" y="104"/>
                      </a:cubicBezTo>
                      <a:cubicBezTo>
                        <a:pt x="23" y="104"/>
                        <a:pt x="0" y="82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1"/>
                <p:cNvSpPr/>
                <p:nvPr/>
              </p:nvSpPr>
              <p:spPr>
                <a:xfrm>
                  <a:off x="10192688" y="6522523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2" y="105"/>
                        <a:pt x="0" y="81"/>
                        <a:pt x="0" y="53"/>
                      </a:cubicBezTo>
                      <a:cubicBezTo>
                        <a:pt x="0" y="23"/>
                        <a:pt x="22" y="0"/>
                        <a:pt x="52" y="0"/>
                      </a:cubicBezTo>
                      <a:cubicBezTo>
                        <a:pt x="81" y="0"/>
                        <a:pt x="104" y="23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1"/>
                <p:cNvSpPr/>
                <p:nvPr/>
              </p:nvSpPr>
              <p:spPr>
                <a:xfrm>
                  <a:off x="9493717" y="7196532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0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1"/>
                <p:cNvSpPr/>
                <p:nvPr/>
              </p:nvSpPr>
              <p:spPr>
                <a:xfrm>
                  <a:off x="10004503" y="6004056"/>
                  <a:ext cx="46086" cy="46086"/>
                </a:xfrm>
                <a:custGeom>
                  <a:rect b="b" l="l" r="r" t="t"/>
                  <a:pathLst>
                    <a:path extrusionOk="0" h="107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2"/>
                        <a:pt x="81" y="106"/>
                        <a:pt x="52" y="106"/>
                      </a:cubicBezTo>
                      <a:cubicBezTo>
                        <a:pt x="23" y="106"/>
                        <a:pt x="0" y="82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1"/>
                <p:cNvSpPr/>
                <p:nvPr/>
              </p:nvSpPr>
              <p:spPr>
                <a:xfrm>
                  <a:off x="9065502" y="5596963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2" y="105"/>
                        <a:pt x="0" y="81"/>
                        <a:pt x="0" y="53"/>
                      </a:cubicBezTo>
                      <a:cubicBezTo>
                        <a:pt x="0" y="24"/>
                        <a:pt x="22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1"/>
                <p:cNvSpPr/>
                <p:nvPr/>
              </p:nvSpPr>
              <p:spPr>
                <a:xfrm>
                  <a:off x="10215731" y="526668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4" y="105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1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1"/>
                <p:cNvSpPr/>
                <p:nvPr/>
              </p:nvSpPr>
              <p:spPr>
                <a:xfrm>
                  <a:off x="8986771" y="6766396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4" y="22"/>
                        <a:pt x="104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1"/>
                <p:cNvSpPr/>
                <p:nvPr/>
              </p:nvSpPr>
              <p:spPr>
                <a:xfrm>
                  <a:off x="10004503" y="7150446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5" y="22"/>
                        <a:pt x="105" y="52"/>
                      </a:cubicBezTo>
                    </a:path>
                  </a:pathLst>
                </a:custGeom>
                <a:solidFill>
                  <a:srgbClr val="EA662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" name="Google Shape;128;p1"/>
                <p:cNvSpPr/>
                <p:nvPr/>
              </p:nvSpPr>
              <p:spPr>
                <a:xfrm>
                  <a:off x="9439950" y="5090017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2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EA662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1"/>
                <p:cNvSpPr/>
                <p:nvPr/>
              </p:nvSpPr>
              <p:spPr>
                <a:xfrm>
                  <a:off x="8719857" y="5468307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3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1"/>
                <p:cNvSpPr/>
                <p:nvPr/>
              </p:nvSpPr>
              <p:spPr>
                <a:xfrm>
                  <a:off x="9701104" y="5080416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5" y="600"/>
                      </a:moveTo>
                      <a:lnTo>
                        <a:pt x="299" y="600"/>
                      </a:lnTo>
                      <a:cubicBezTo>
                        <a:pt x="135" y="600"/>
                        <a:pt x="0" y="466"/>
                        <a:pt x="0" y="300"/>
                      </a:cubicBezTo>
                      <a:cubicBezTo>
                        <a:pt x="0" y="135"/>
                        <a:pt x="135" y="0"/>
                        <a:pt x="299" y="0"/>
                      </a:cubicBezTo>
                      <a:lnTo>
                        <a:pt x="935" y="0"/>
                      </a:lnTo>
                      <a:cubicBezTo>
                        <a:pt x="1101" y="0"/>
                        <a:pt x="1235" y="135"/>
                        <a:pt x="1235" y="300"/>
                      </a:cubicBezTo>
                      <a:cubicBezTo>
                        <a:pt x="1235" y="466"/>
                        <a:pt x="1101" y="600"/>
                        <a:pt x="935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1"/>
                <p:cNvSpPr/>
                <p:nvPr/>
              </p:nvSpPr>
              <p:spPr>
                <a:xfrm>
                  <a:off x="8631525" y="5714099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6" y="600"/>
                      </a:moveTo>
                      <a:lnTo>
                        <a:pt x="300" y="600"/>
                      </a:lnTo>
                      <a:cubicBezTo>
                        <a:pt x="134" y="600"/>
                        <a:pt x="0" y="466"/>
                        <a:pt x="0" y="300"/>
                      </a:cubicBezTo>
                      <a:cubicBezTo>
                        <a:pt x="0" y="135"/>
                        <a:pt x="134" y="0"/>
                        <a:pt x="300" y="0"/>
                      </a:cubicBezTo>
                      <a:lnTo>
                        <a:pt x="936" y="0"/>
                      </a:lnTo>
                      <a:cubicBezTo>
                        <a:pt x="1101" y="0"/>
                        <a:pt x="1235" y="135"/>
                        <a:pt x="1235" y="300"/>
                      </a:cubicBezTo>
                      <a:cubicBezTo>
                        <a:pt x="1235" y="466"/>
                        <a:pt x="1101" y="600"/>
                        <a:pt x="936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1"/>
                <p:cNvSpPr/>
                <p:nvPr/>
              </p:nvSpPr>
              <p:spPr>
                <a:xfrm>
                  <a:off x="8216751" y="6545566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5" y="600"/>
                      </a:moveTo>
                      <a:lnTo>
                        <a:pt x="299" y="600"/>
                      </a:lnTo>
                      <a:cubicBezTo>
                        <a:pt x="134" y="600"/>
                        <a:pt x="0" y="465"/>
                        <a:pt x="0" y="299"/>
                      </a:cubicBezTo>
                      <a:cubicBezTo>
                        <a:pt x="0" y="133"/>
                        <a:pt x="134" y="0"/>
                        <a:pt x="299" y="0"/>
                      </a:cubicBezTo>
                      <a:lnTo>
                        <a:pt x="935" y="0"/>
                      </a:lnTo>
                      <a:cubicBezTo>
                        <a:pt x="1101" y="0"/>
                        <a:pt x="1235" y="133"/>
                        <a:pt x="1235" y="299"/>
                      </a:cubicBezTo>
                      <a:cubicBezTo>
                        <a:pt x="1235" y="465"/>
                        <a:pt x="1101" y="600"/>
                        <a:pt x="935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1"/>
                <p:cNvSpPr/>
                <p:nvPr/>
              </p:nvSpPr>
              <p:spPr>
                <a:xfrm>
                  <a:off x="9351618" y="6862408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4" y="600"/>
                      </a:moveTo>
                      <a:lnTo>
                        <a:pt x="300" y="600"/>
                      </a:lnTo>
                      <a:cubicBezTo>
                        <a:pt x="134" y="600"/>
                        <a:pt x="0" y="466"/>
                        <a:pt x="0" y="300"/>
                      </a:cubicBezTo>
                      <a:cubicBezTo>
                        <a:pt x="0" y="134"/>
                        <a:pt x="134" y="0"/>
                        <a:pt x="300" y="0"/>
                      </a:cubicBezTo>
                      <a:lnTo>
                        <a:pt x="934" y="0"/>
                      </a:lnTo>
                      <a:cubicBezTo>
                        <a:pt x="1100" y="0"/>
                        <a:pt x="1235" y="134"/>
                        <a:pt x="1235" y="300"/>
                      </a:cubicBezTo>
                      <a:cubicBezTo>
                        <a:pt x="1235" y="466"/>
                        <a:pt x="1100" y="600"/>
                        <a:pt x="934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1"/>
                <p:cNvSpPr/>
                <p:nvPr/>
              </p:nvSpPr>
              <p:spPr>
                <a:xfrm>
                  <a:off x="9570527" y="7123562"/>
                  <a:ext cx="537670" cy="261154"/>
                </a:xfrm>
                <a:custGeom>
                  <a:rect b="b" l="l" r="r" t="t"/>
                  <a:pathLst>
                    <a:path extrusionOk="0" h="600" w="1236">
                      <a:moveTo>
                        <a:pt x="936" y="599"/>
                      </a:moveTo>
                      <a:lnTo>
                        <a:pt x="300" y="599"/>
                      </a:lnTo>
                      <a:cubicBezTo>
                        <a:pt x="135" y="599"/>
                        <a:pt x="0" y="465"/>
                        <a:pt x="0" y="300"/>
                      </a:cubicBezTo>
                      <a:cubicBezTo>
                        <a:pt x="0" y="134"/>
                        <a:pt x="135" y="0"/>
                        <a:pt x="300" y="0"/>
                      </a:cubicBezTo>
                      <a:lnTo>
                        <a:pt x="936" y="0"/>
                      </a:lnTo>
                      <a:cubicBezTo>
                        <a:pt x="1102" y="0"/>
                        <a:pt x="1235" y="134"/>
                        <a:pt x="1235" y="300"/>
                      </a:cubicBezTo>
                      <a:cubicBezTo>
                        <a:pt x="1235" y="465"/>
                        <a:pt x="1102" y="599"/>
                        <a:pt x="936" y="599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" name="Google Shape;135;p1"/>
              <p:cNvGrpSpPr/>
              <p:nvPr/>
            </p:nvGrpSpPr>
            <p:grpSpPr>
              <a:xfrm rot="10800000">
                <a:off x="-528478" y="2446954"/>
                <a:ext cx="2447606" cy="2528559"/>
                <a:chOff x="8253235" y="2100188"/>
                <a:chExt cx="2448321" cy="2528969"/>
              </a:xfrm>
            </p:grpSpPr>
            <p:sp>
              <p:nvSpPr>
                <p:cNvPr id="136" name="Google Shape;136;p1"/>
                <p:cNvSpPr/>
                <p:nvPr/>
              </p:nvSpPr>
              <p:spPr>
                <a:xfrm>
                  <a:off x="8253235" y="3674793"/>
                  <a:ext cx="378290" cy="291878"/>
                </a:xfrm>
                <a:custGeom>
                  <a:rect b="b" l="l" r="r" t="t"/>
                  <a:pathLst>
                    <a:path extrusionOk="0" h="672" w="869">
                      <a:moveTo>
                        <a:pt x="335" y="671"/>
                      </a:moveTo>
                      <a:lnTo>
                        <a:pt x="534" y="671"/>
                      </a:lnTo>
                      <a:cubicBezTo>
                        <a:pt x="718" y="671"/>
                        <a:pt x="868" y="520"/>
                        <a:pt x="868" y="336"/>
                      </a:cubicBezTo>
                      <a:cubicBezTo>
                        <a:pt x="868" y="151"/>
                        <a:pt x="718" y="0"/>
                        <a:pt x="534" y="0"/>
                      </a:cubicBezTo>
                      <a:lnTo>
                        <a:pt x="335" y="0"/>
                      </a:lnTo>
                      <a:cubicBezTo>
                        <a:pt x="149" y="0"/>
                        <a:pt x="0" y="151"/>
                        <a:pt x="0" y="336"/>
                      </a:cubicBezTo>
                      <a:cubicBezTo>
                        <a:pt x="0" y="520"/>
                        <a:pt x="149" y="671"/>
                        <a:pt x="335" y="671"/>
                      </a:cubicBezTo>
                    </a:path>
                  </a:pathLst>
                </a:custGeom>
                <a:solidFill>
                  <a:srgbClr val="CC5E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1"/>
                <p:cNvSpPr/>
                <p:nvPr/>
              </p:nvSpPr>
              <p:spPr>
                <a:xfrm>
                  <a:off x="8260916" y="2292214"/>
                  <a:ext cx="2283178" cy="1945213"/>
                </a:xfrm>
                <a:custGeom>
                  <a:rect b="b" l="l" r="r" t="t"/>
                  <a:pathLst>
                    <a:path extrusionOk="0" h="4469" w="5244">
                      <a:moveTo>
                        <a:pt x="0" y="1674"/>
                      </a:moveTo>
                      <a:lnTo>
                        <a:pt x="0" y="1674"/>
                      </a:lnTo>
                      <a:cubicBezTo>
                        <a:pt x="0" y="1858"/>
                        <a:pt x="150" y="2008"/>
                        <a:pt x="334" y="2008"/>
                      </a:cubicBezTo>
                      <a:lnTo>
                        <a:pt x="1640" y="2008"/>
                      </a:lnTo>
                      <a:cubicBezTo>
                        <a:pt x="1455" y="2008"/>
                        <a:pt x="1305" y="2158"/>
                        <a:pt x="1305" y="2343"/>
                      </a:cubicBezTo>
                      <a:cubicBezTo>
                        <a:pt x="1305" y="2528"/>
                        <a:pt x="1455" y="2678"/>
                        <a:pt x="1640" y="2678"/>
                      </a:cubicBezTo>
                      <a:lnTo>
                        <a:pt x="2098" y="2678"/>
                      </a:lnTo>
                      <a:cubicBezTo>
                        <a:pt x="2097" y="2678"/>
                        <a:pt x="2095" y="2678"/>
                        <a:pt x="2093" y="2678"/>
                      </a:cubicBezTo>
                      <a:cubicBezTo>
                        <a:pt x="2216" y="2681"/>
                        <a:pt x="2314" y="2780"/>
                        <a:pt x="2314" y="2903"/>
                      </a:cubicBezTo>
                      <a:cubicBezTo>
                        <a:pt x="2314" y="3026"/>
                        <a:pt x="2216" y="3127"/>
                        <a:pt x="2093" y="3129"/>
                      </a:cubicBezTo>
                      <a:cubicBezTo>
                        <a:pt x="2095" y="3129"/>
                        <a:pt x="2097" y="3129"/>
                        <a:pt x="2098" y="3129"/>
                      </a:cubicBezTo>
                      <a:lnTo>
                        <a:pt x="1507" y="3129"/>
                      </a:lnTo>
                      <a:cubicBezTo>
                        <a:pt x="1323" y="3129"/>
                        <a:pt x="1173" y="3280"/>
                        <a:pt x="1173" y="3464"/>
                      </a:cubicBezTo>
                      <a:cubicBezTo>
                        <a:pt x="1173" y="3649"/>
                        <a:pt x="1323" y="3798"/>
                        <a:pt x="1507" y="3798"/>
                      </a:cubicBezTo>
                      <a:lnTo>
                        <a:pt x="2207" y="3798"/>
                      </a:lnTo>
                      <a:cubicBezTo>
                        <a:pt x="2023" y="3798"/>
                        <a:pt x="1873" y="3948"/>
                        <a:pt x="1873" y="4133"/>
                      </a:cubicBezTo>
                      <a:cubicBezTo>
                        <a:pt x="1873" y="4318"/>
                        <a:pt x="2023" y="4468"/>
                        <a:pt x="2207" y="4468"/>
                      </a:cubicBezTo>
                      <a:lnTo>
                        <a:pt x="3622" y="4468"/>
                      </a:lnTo>
                      <a:cubicBezTo>
                        <a:pt x="3807" y="4468"/>
                        <a:pt x="3956" y="4318"/>
                        <a:pt x="3956" y="4133"/>
                      </a:cubicBezTo>
                      <a:cubicBezTo>
                        <a:pt x="3956" y="3948"/>
                        <a:pt x="3807" y="3798"/>
                        <a:pt x="3622" y="3798"/>
                      </a:cubicBezTo>
                      <a:lnTo>
                        <a:pt x="4746" y="3798"/>
                      </a:lnTo>
                      <a:cubicBezTo>
                        <a:pt x="4930" y="3798"/>
                        <a:pt x="5081" y="3649"/>
                        <a:pt x="5081" y="3464"/>
                      </a:cubicBezTo>
                      <a:cubicBezTo>
                        <a:pt x="5081" y="3280"/>
                        <a:pt x="4930" y="3129"/>
                        <a:pt x="4746" y="3129"/>
                      </a:cubicBezTo>
                      <a:lnTo>
                        <a:pt x="3731" y="3129"/>
                      </a:lnTo>
                      <a:cubicBezTo>
                        <a:pt x="3735" y="3129"/>
                        <a:pt x="3739" y="3129"/>
                        <a:pt x="3743" y="3129"/>
                      </a:cubicBezTo>
                      <a:cubicBezTo>
                        <a:pt x="3624" y="3122"/>
                        <a:pt x="3528" y="3024"/>
                        <a:pt x="3528" y="2903"/>
                      </a:cubicBezTo>
                      <a:cubicBezTo>
                        <a:pt x="3528" y="2783"/>
                        <a:pt x="3624" y="2684"/>
                        <a:pt x="3743" y="2679"/>
                      </a:cubicBezTo>
                      <a:cubicBezTo>
                        <a:pt x="3739" y="2678"/>
                        <a:pt x="3735" y="2678"/>
                        <a:pt x="3731" y="2678"/>
                      </a:cubicBezTo>
                      <a:lnTo>
                        <a:pt x="4056" y="2678"/>
                      </a:lnTo>
                      <a:cubicBezTo>
                        <a:pt x="4240" y="2678"/>
                        <a:pt x="4391" y="2528"/>
                        <a:pt x="4391" y="2343"/>
                      </a:cubicBezTo>
                      <a:cubicBezTo>
                        <a:pt x="4391" y="2158"/>
                        <a:pt x="4240" y="2008"/>
                        <a:pt x="4056" y="2008"/>
                      </a:cubicBezTo>
                      <a:lnTo>
                        <a:pt x="4907" y="2008"/>
                      </a:lnTo>
                      <a:cubicBezTo>
                        <a:pt x="5093" y="2008"/>
                        <a:pt x="5243" y="1858"/>
                        <a:pt x="5243" y="1674"/>
                      </a:cubicBezTo>
                      <a:cubicBezTo>
                        <a:pt x="5243" y="1490"/>
                        <a:pt x="5093" y="1340"/>
                        <a:pt x="4907" y="1340"/>
                      </a:cubicBezTo>
                      <a:lnTo>
                        <a:pt x="4415" y="1340"/>
                      </a:lnTo>
                      <a:cubicBezTo>
                        <a:pt x="4600" y="1340"/>
                        <a:pt x="4750" y="1189"/>
                        <a:pt x="4750" y="1005"/>
                      </a:cubicBezTo>
                      <a:cubicBezTo>
                        <a:pt x="4750" y="820"/>
                        <a:pt x="4600" y="669"/>
                        <a:pt x="4415" y="669"/>
                      </a:cubicBezTo>
                      <a:lnTo>
                        <a:pt x="3310" y="669"/>
                      </a:lnTo>
                      <a:cubicBezTo>
                        <a:pt x="3495" y="669"/>
                        <a:pt x="3645" y="520"/>
                        <a:pt x="3645" y="335"/>
                      </a:cubicBezTo>
                      <a:cubicBezTo>
                        <a:pt x="3645" y="151"/>
                        <a:pt x="3495" y="0"/>
                        <a:pt x="3310" y="0"/>
                      </a:cubicBezTo>
                      <a:lnTo>
                        <a:pt x="894" y="0"/>
                      </a:lnTo>
                      <a:cubicBezTo>
                        <a:pt x="710" y="0"/>
                        <a:pt x="560" y="151"/>
                        <a:pt x="560" y="335"/>
                      </a:cubicBezTo>
                      <a:cubicBezTo>
                        <a:pt x="560" y="520"/>
                        <a:pt x="710" y="669"/>
                        <a:pt x="894" y="669"/>
                      </a:cubicBezTo>
                      <a:lnTo>
                        <a:pt x="2013" y="669"/>
                      </a:lnTo>
                      <a:cubicBezTo>
                        <a:pt x="2197" y="669"/>
                        <a:pt x="2348" y="820"/>
                        <a:pt x="2348" y="1005"/>
                      </a:cubicBezTo>
                      <a:cubicBezTo>
                        <a:pt x="2348" y="1189"/>
                        <a:pt x="2197" y="1340"/>
                        <a:pt x="2013" y="1340"/>
                      </a:cubicBezTo>
                      <a:lnTo>
                        <a:pt x="334" y="1340"/>
                      </a:lnTo>
                      <a:cubicBezTo>
                        <a:pt x="150" y="1340"/>
                        <a:pt x="0" y="1490"/>
                        <a:pt x="0" y="1674"/>
                      </a:cubicBezTo>
                    </a:path>
                  </a:pathLst>
                </a:custGeom>
                <a:solidFill>
                  <a:srgbClr val="CC5E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1"/>
                <p:cNvSpPr/>
                <p:nvPr/>
              </p:nvSpPr>
              <p:spPr>
                <a:xfrm>
                  <a:off x="10317505" y="2488079"/>
                  <a:ext cx="76810" cy="76810"/>
                </a:xfrm>
                <a:custGeom>
                  <a:rect b="b" l="l" r="r" t="t"/>
                  <a:pathLst>
                    <a:path extrusionOk="0" h="175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5"/>
                        <a:pt x="134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1"/>
                <p:cNvSpPr/>
                <p:nvPr/>
              </p:nvSpPr>
              <p:spPr>
                <a:xfrm>
                  <a:off x="9929614" y="3501971"/>
                  <a:ext cx="74889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5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1"/>
                <p:cNvSpPr/>
                <p:nvPr/>
              </p:nvSpPr>
              <p:spPr>
                <a:xfrm>
                  <a:off x="9816320" y="2774196"/>
                  <a:ext cx="74890" cy="74890"/>
                </a:xfrm>
                <a:custGeom>
                  <a:rect b="b" l="l" r="r" t="t"/>
                  <a:pathLst>
                    <a:path extrusionOk="0" h="173" w="173">
                      <a:moveTo>
                        <a:pt x="172" y="85"/>
                      </a:moveTo>
                      <a:lnTo>
                        <a:pt x="172" y="85"/>
                      </a:lnTo>
                      <a:cubicBezTo>
                        <a:pt x="172" y="133"/>
                        <a:pt x="134" y="172"/>
                        <a:pt x="87" y="172"/>
                      </a:cubicBezTo>
                      <a:cubicBezTo>
                        <a:pt x="39" y="172"/>
                        <a:pt x="0" y="133"/>
                        <a:pt x="0" y="85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2" y="38"/>
                        <a:pt x="172" y="85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1"/>
                <p:cNvSpPr/>
                <p:nvPr/>
              </p:nvSpPr>
              <p:spPr>
                <a:xfrm>
                  <a:off x="9061661" y="2192360"/>
                  <a:ext cx="76810" cy="74889"/>
                </a:xfrm>
                <a:custGeom>
                  <a:rect b="b" l="l" r="r" t="t"/>
                  <a:pathLst>
                    <a:path extrusionOk="0" h="174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6"/>
                        <a:pt x="134" y="173"/>
                        <a:pt x="87" y="173"/>
                      </a:cubicBezTo>
                      <a:cubicBezTo>
                        <a:pt x="39" y="173"/>
                        <a:pt x="0" y="136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1"/>
                <p:cNvSpPr/>
                <p:nvPr/>
              </p:nvSpPr>
              <p:spPr>
                <a:xfrm>
                  <a:off x="8381893" y="4162537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1"/>
                <p:cNvSpPr/>
                <p:nvPr/>
              </p:nvSpPr>
              <p:spPr>
                <a:xfrm>
                  <a:off x="8942606" y="3327228"/>
                  <a:ext cx="74889" cy="74890"/>
                </a:xfrm>
                <a:custGeom>
                  <a:rect b="b" l="l" r="r" t="t"/>
                  <a:pathLst>
                    <a:path extrusionOk="0" h="174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3"/>
                        <a:pt x="87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1"/>
                <p:cNvSpPr/>
                <p:nvPr/>
              </p:nvSpPr>
              <p:spPr>
                <a:xfrm>
                  <a:off x="9326656" y="4262390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1"/>
                <p:cNvSpPr/>
                <p:nvPr/>
              </p:nvSpPr>
              <p:spPr>
                <a:xfrm>
                  <a:off x="10242615" y="3820732"/>
                  <a:ext cx="74890" cy="74889"/>
                </a:xfrm>
                <a:custGeom>
                  <a:rect b="b" l="l" r="r" t="t"/>
                  <a:pathLst>
                    <a:path extrusionOk="0" h="173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5" y="172"/>
                        <a:pt x="86" y="172"/>
                      </a:cubicBezTo>
                      <a:cubicBezTo>
                        <a:pt x="39" y="172"/>
                        <a:pt x="0" y="134"/>
                        <a:pt x="0" y="86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5" y="0"/>
                        <a:pt x="173" y="39"/>
                        <a:pt x="173" y="86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1"/>
                <p:cNvSpPr/>
                <p:nvPr/>
              </p:nvSpPr>
              <p:spPr>
                <a:xfrm>
                  <a:off x="10423118" y="2586011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2" y="104"/>
                      </a:cubicBezTo>
                      <a:cubicBezTo>
                        <a:pt x="22" y="104"/>
                        <a:pt x="0" y="81"/>
                        <a:pt x="0" y="52"/>
                      </a:cubicBezTo>
                      <a:cubicBezTo>
                        <a:pt x="0" y="24"/>
                        <a:pt x="22" y="0"/>
                        <a:pt x="52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1"/>
                <p:cNvSpPr/>
                <p:nvPr/>
              </p:nvSpPr>
              <p:spPr>
                <a:xfrm>
                  <a:off x="8420298" y="2985423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1"/>
                <p:cNvSpPr/>
                <p:nvPr/>
              </p:nvSpPr>
              <p:spPr>
                <a:xfrm>
                  <a:off x="9587810" y="3342589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0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0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1"/>
                <p:cNvSpPr/>
                <p:nvPr/>
              </p:nvSpPr>
              <p:spPr>
                <a:xfrm>
                  <a:off x="9224882" y="4316157"/>
                  <a:ext cx="46086" cy="46086"/>
                </a:xfrm>
                <a:custGeom>
                  <a:rect b="b" l="l" r="r" t="t"/>
                  <a:pathLst>
                    <a:path extrusionOk="0" h="105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0"/>
                        <a:pt x="82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1"/>
                <p:cNvSpPr/>
                <p:nvPr/>
              </p:nvSpPr>
              <p:spPr>
                <a:xfrm>
                  <a:off x="10133161" y="403772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4" y="105"/>
                        <a:pt x="0" y="81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1"/>
                <p:cNvSpPr/>
                <p:nvPr/>
              </p:nvSpPr>
              <p:spPr>
                <a:xfrm>
                  <a:off x="8848513" y="2357502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4"/>
                        <a:pt x="52" y="104"/>
                      </a:cubicBezTo>
                      <a:cubicBezTo>
                        <a:pt x="22" y="104"/>
                        <a:pt x="0" y="81"/>
                        <a:pt x="0" y="52"/>
                      </a:cubicBezTo>
                      <a:cubicBezTo>
                        <a:pt x="0" y="23"/>
                        <a:pt x="22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1"/>
                <p:cNvSpPr/>
                <p:nvPr/>
              </p:nvSpPr>
              <p:spPr>
                <a:xfrm>
                  <a:off x="9966098" y="288172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1" y="105"/>
                        <a:pt x="52" y="105"/>
                      </a:cubicBezTo>
                      <a:cubicBezTo>
                        <a:pt x="23" y="105"/>
                        <a:pt x="0" y="82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1"/>
                <p:cNvSpPr/>
                <p:nvPr/>
              </p:nvSpPr>
              <p:spPr>
                <a:xfrm>
                  <a:off x="8921482" y="371703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0" y="105"/>
                        <a:pt x="52" y="105"/>
                      </a:cubicBezTo>
                      <a:cubicBezTo>
                        <a:pt x="22" y="105"/>
                        <a:pt x="0" y="81"/>
                        <a:pt x="0" y="53"/>
                      </a:cubicBezTo>
                      <a:cubicBezTo>
                        <a:pt x="0" y="24"/>
                        <a:pt x="22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1"/>
                <p:cNvSpPr/>
                <p:nvPr/>
              </p:nvSpPr>
              <p:spPr>
                <a:xfrm>
                  <a:off x="8585439" y="4293114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1"/>
                <p:cNvSpPr/>
                <p:nvPr/>
              </p:nvSpPr>
              <p:spPr>
                <a:xfrm>
                  <a:off x="9136550" y="296238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2" y="105"/>
                        <a:pt x="0" y="81"/>
                        <a:pt x="0" y="52"/>
                      </a:cubicBezTo>
                      <a:cubicBezTo>
                        <a:pt x="0" y="23"/>
                        <a:pt x="22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CC1E4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1"/>
                <p:cNvSpPr/>
                <p:nvPr/>
              </p:nvSpPr>
              <p:spPr>
                <a:xfrm>
                  <a:off x="8466384" y="3740082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1"/>
                <p:cNvSpPr/>
                <p:nvPr/>
              </p:nvSpPr>
              <p:spPr>
                <a:xfrm>
                  <a:off x="8765943" y="2831803"/>
                  <a:ext cx="733536" cy="261154"/>
                </a:xfrm>
                <a:custGeom>
                  <a:rect b="b" l="l" r="r" t="t"/>
                  <a:pathLst>
                    <a:path extrusionOk="0" h="601" w="1685">
                      <a:moveTo>
                        <a:pt x="1385" y="600"/>
                      </a:moveTo>
                      <a:lnTo>
                        <a:pt x="299" y="600"/>
                      </a:lnTo>
                      <a:cubicBezTo>
                        <a:pt x="134" y="600"/>
                        <a:pt x="0" y="465"/>
                        <a:pt x="0" y="300"/>
                      </a:cubicBezTo>
                      <a:cubicBezTo>
                        <a:pt x="0" y="134"/>
                        <a:pt x="134" y="0"/>
                        <a:pt x="299" y="0"/>
                      </a:cubicBezTo>
                      <a:lnTo>
                        <a:pt x="1385" y="0"/>
                      </a:lnTo>
                      <a:cubicBezTo>
                        <a:pt x="1550" y="0"/>
                        <a:pt x="1684" y="134"/>
                        <a:pt x="1684" y="300"/>
                      </a:cubicBezTo>
                      <a:cubicBezTo>
                        <a:pt x="1684" y="465"/>
                        <a:pt x="1550" y="600"/>
                        <a:pt x="1385" y="600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1"/>
                <p:cNvSpPr/>
                <p:nvPr/>
              </p:nvSpPr>
              <p:spPr>
                <a:xfrm>
                  <a:off x="10083235" y="3501971"/>
                  <a:ext cx="618321" cy="261154"/>
                </a:xfrm>
                <a:custGeom>
                  <a:rect b="b" l="l" r="r" t="t"/>
                  <a:pathLst>
                    <a:path extrusionOk="0" h="601" w="1420">
                      <a:moveTo>
                        <a:pt x="1120" y="600"/>
                      </a:moveTo>
                      <a:lnTo>
                        <a:pt x="299" y="600"/>
                      </a:lnTo>
                      <a:cubicBezTo>
                        <a:pt x="133" y="600"/>
                        <a:pt x="0" y="466"/>
                        <a:pt x="0" y="301"/>
                      </a:cubicBezTo>
                      <a:cubicBezTo>
                        <a:pt x="0" y="135"/>
                        <a:pt x="133" y="0"/>
                        <a:pt x="299" y="0"/>
                      </a:cubicBezTo>
                      <a:lnTo>
                        <a:pt x="1120" y="0"/>
                      </a:lnTo>
                      <a:cubicBezTo>
                        <a:pt x="1284" y="0"/>
                        <a:pt x="1419" y="135"/>
                        <a:pt x="1419" y="301"/>
                      </a:cubicBezTo>
                      <a:cubicBezTo>
                        <a:pt x="1419" y="466"/>
                        <a:pt x="1284" y="600"/>
                        <a:pt x="1120" y="600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" name="Google Shape;159;p1"/>
                <p:cNvSpPr/>
                <p:nvPr/>
              </p:nvSpPr>
              <p:spPr>
                <a:xfrm>
                  <a:off x="9324735" y="2100188"/>
                  <a:ext cx="618321" cy="261154"/>
                </a:xfrm>
                <a:custGeom>
                  <a:rect b="b" l="l" r="r" t="t"/>
                  <a:pathLst>
                    <a:path extrusionOk="0" h="600" w="1420">
                      <a:moveTo>
                        <a:pt x="1120" y="599"/>
                      </a:moveTo>
                      <a:lnTo>
                        <a:pt x="301" y="599"/>
                      </a:lnTo>
                      <a:cubicBezTo>
                        <a:pt x="135" y="599"/>
                        <a:pt x="0" y="465"/>
                        <a:pt x="0" y="300"/>
                      </a:cubicBezTo>
                      <a:cubicBezTo>
                        <a:pt x="0" y="135"/>
                        <a:pt x="135" y="0"/>
                        <a:pt x="301" y="0"/>
                      </a:cubicBezTo>
                      <a:lnTo>
                        <a:pt x="1120" y="0"/>
                      </a:lnTo>
                      <a:cubicBezTo>
                        <a:pt x="1285" y="0"/>
                        <a:pt x="1419" y="135"/>
                        <a:pt x="1419" y="300"/>
                      </a:cubicBezTo>
                      <a:cubicBezTo>
                        <a:pt x="1419" y="465"/>
                        <a:pt x="1285" y="599"/>
                        <a:pt x="1120" y="599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"/>
                <p:cNvSpPr/>
                <p:nvPr/>
              </p:nvSpPr>
              <p:spPr>
                <a:xfrm>
                  <a:off x="9507159" y="4106849"/>
                  <a:ext cx="814186" cy="522308"/>
                </a:xfrm>
                <a:custGeom>
                  <a:rect b="b" l="l" r="r" t="t"/>
                  <a:pathLst>
                    <a:path extrusionOk="0" h="1201" w="1870">
                      <a:moveTo>
                        <a:pt x="1568" y="600"/>
                      </a:moveTo>
                      <a:lnTo>
                        <a:pt x="1120" y="600"/>
                      </a:lnTo>
                      <a:cubicBezTo>
                        <a:pt x="1286" y="600"/>
                        <a:pt x="1419" y="467"/>
                        <a:pt x="1419" y="301"/>
                      </a:cubicBezTo>
                      <a:cubicBezTo>
                        <a:pt x="1419" y="135"/>
                        <a:pt x="1286" y="0"/>
                        <a:pt x="1120" y="0"/>
                      </a:cubicBezTo>
                      <a:lnTo>
                        <a:pt x="300" y="0"/>
                      </a:lnTo>
                      <a:cubicBezTo>
                        <a:pt x="134" y="0"/>
                        <a:pt x="0" y="135"/>
                        <a:pt x="0" y="301"/>
                      </a:cubicBezTo>
                      <a:cubicBezTo>
                        <a:pt x="0" y="467"/>
                        <a:pt x="134" y="600"/>
                        <a:pt x="300" y="600"/>
                      </a:cubicBezTo>
                      <a:lnTo>
                        <a:pt x="749" y="600"/>
                      </a:lnTo>
                      <a:cubicBezTo>
                        <a:pt x="583" y="600"/>
                        <a:pt x="448" y="735"/>
                        <a:pt x="448" y="900"/>
                      </a:cubicBezTo>
                      <a:cubicBezTo>
                        <a:pt x="448" y="1066"/>
                        <a:pt x="583" y="1200"/>
                        <a:pt x="749" y="1200"/>
                      </a:cubicBezTo>
                      <a:lnTo>
                        <a:pt x="1568" y="1200"/>
                      </a:lnTo>
                      <a:cubicBezTo>
                        <a:pt x="1734" y="1200"/>
                        <a:pt x="1869" y="1066"/>
                        <a:pt x="1869" y="900"/>
                      </a:cubicBezTo>
                      <a:cubicBezTo>
                        <a:pt x="1869" y="735"/>
                        <a:pt x="1734" y="600"/>
                        <a:pt x="1568" y="600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" name="Google Shape;161;p1"/>
            <p:cNvGrpSpPr/>
            <p:nvPr/>
          </p:nvGrpSpPr>
          <p:grpSpPr>
            <a:xfrm>
              <a:off x="9682361" y="-393904"/>
              <a:ext cx="3119241" cy="7745642"/>
              <a:chOff x="9619297" y="-518940"/>
              <a:chExt cx="3119241" cy="7745642"/>
            </a:xfrm>
          </p:grpSpPr>
          <p:grpSp>
            <p:nvGrpSpPr>
              <p:cNvPr id="162" name="Google Shape;162;p1"/>
              <p:cNvGrpSpPr/>
              <p:nvPr/>
            </p:nvGrpSpPr>
            <p:grpSpPr>
              <a:xfrm>
                <a:off x="9814046" y="2006886"/>
                <a:ext cx="2924492" cy="2528094"/>
                <a:chOff x="1751269" y="-543996"/>
                <a:chExt cx="2728676" cy="2359988"/>
              </a:xfrm>
            </p:grpSpPr>
            <p:sp>
              <p:nvSpPr>
                <p:cNvPr id="163" name="Google Shape;163;p1"/>
                <p:cNvSpPr/>
                <p:nvPr/>
              </p:nvSpPr>
              <p:spPr>
                <a:xfrm>
                  <a:off x="1751269" y="-543996"/>
                  <a:ext cx="2206368" cy="2008582"/>
                </a:xfrm>
                <a:custGeom>
                  <a:rect b="b" l="l" r="r" t="t"/>
                  <a:pathLst>
                    <a:path extrusionOk="0" h="4613" w="5068">
                      <a:moveTo>
                        <a:pt x="4606" y="1844"/>
                      </a:moveTo>
                      <a:lnTo>
                        <a:pt x="3880" y="1844"/>
                      </a:lnTo>
                      <a:cubicBezTo>
                        <a:pt x="4135" y="1844"/>
                        <a:pt x="4341" y="1638"/>
                        <a:pt x="4341" y="1383"/>
                      </a:cubicBezTo>
                      <a:cubicBezTo>
                        <a:pt x="4341" y="1128"/>
                        <a:pt x="4135" y="922"/>
                        <a:pt x="3880" y="922"/>
                      </a:cubicBezTo>
                      <a:lnTo>
                        <a:pt x="2933" y="922"/>
                      </a:lnTo>
                      <a:cubicBezTo>
                        <a:pt x="3188" y="922"/>
                        <a:pt x="3394" y="716"/>
                        <a:pt x="3394" y="461"/>
                      </a:cubicBezTo>
                      <a:cubicBezTo>
                        <a:pt x="3394" y="206"/>
                        <a:pt x="3188" y="0"/>
                        <a:pt x="2933" y="0"/>
                      </a:cubicBezTo>
                      <a:lnTo>
                        <a:pt x="1409" y="0"/>
                      </a:lnTo>
                      <a:cubicBezTo>
                        <a:pt x="1154" y="0"/>
                        <a:pt x="946" y="206"/>
                        <a:pt x="946" y="461"/>
                      </a:cubicBezTo>
                      <a:cubicBezTo>
                        <a:pt x="946" y="716"/>
                        <a:pt x="1154" y="922"/>
                        <a:pt x="1409" y="922"/>
                      </a:cubicBezTo>
                      <a:lnTo>
                        <a:pt x="461" y="922"/>
                      </a:lnTo>
                      <a:cubicBezTo>
                        <a:pt x="206" y="922"/>
                        <a:pt x="0" y="1128"/>
                        <a:pt x="0" y="1383"/>
                      </a:cubicBezTo>
                      <a:cubicBezTo>
                        <a:pt x="0" y="1638"/>
                        <a:pt x="206" y="1844"/>
                        <a:pt x="461" y="1844"/>
                      </a:cubicBezTo>
                      <a:lnTo>
                        <a:pt x="1199" y="1844"/>
                      </a:lnTo>
                      <a:cubicBezTo>
                        <a:pt x="1454" y="1844"/>
                        <a:pt x="1660" y="2052"/>
                        <a:pt x="1660" y="2307"/>
                      </a:cubicBezTo>
                      <a:cubicBezTo>
                        <a:pt x="1660" y="2560"/>
                        <a:pt x="1454" y="2767"/>
                        <a:pt x="1199" y="2767"/>
                      </a:cubicBezTo>
                      <a:lnTo>
                        <a:pt x="461" y="2767"/>
                      </a:lnTo>
                      <a:cubicBezTo>
                        <a:pt x="206" y="2767"/>
                        <a:pt x="0" y="2974"/>
                        <a:pt x="0" y="3228"/>
                      </a:cubicBezTo>
                      <a:cubicBezTo>
                        <a:pt x="0" y="3483"/>
                        <a:pt x="206" y="3690"/>
                        <a:pt x="461" y="3690"/>
                      </a:cubicBezTo>
                      <a:lnTo>
                        <a:pt x="1900" y="3690"/>
                      </a:lnTo>
                      <a:cubicBezTo>
                        <a:pt x="1645" y="3690"/>
                        <a:pt x="1439" y="3896"/>
                        <a:pt x="1439" y="4151"/>
                      </a:cubicBezTo>
                      <a:cubicBezTo>
                        <a:pt x="1439" y="4406"/>
                        <a:pt x="1645" y="4612"/>
                        <a:pt x="1900" y="4612"/>
                      </a:cubicBezTo>
                      <a:lnTo>
                        <a:pt x="4477" y="4612"/>
                      </a:lnTo>
                      <a:cubicBezTo>
                        <a:pt x="4732" y="4612"/>
                        <a:pt x="4938" y="4406"/>
                        <a:pt x="4938" y="4151"/>
                      </a:cubicBezTo>
                      <a:cubicBezTo>
                        <a:pt x="4938" y="3896"/>
                        <a:pt x="4732" y="3690"/>
                        <a:pt x="4477" y="3690"/>
                      </a:cubicBezTo>
                      <a:lnTo>
                        <a:pt x="3781" y="3690"/>
                      </a:lnTo>
                      <a:cubicBezTo>
                        <a:pt x="3528" y="3690"/>
                        <a:pt x="3320" y="3483"/>
                        <a:pt x="3320" y="3228"/>
                      </a:cubicBezTo>
                      <a:cubicBezTo>
                        <a:pt x="3320" y="2974"/>
                        <a:pt x="3528" y="2767"/>
                        <a:pt x="3781" y="2767"/>
                      </a:cubicBezTo>
                      <a:lnTo>
                        <a:pt x="4606" y="2767"/>
                      </a:lnTo>
                      <a:cubicBezTo>
                        <a:pt x="4861" y="2767"/>
                        <a:pt x="5067" y="2560"/>
                        <a:pt x="5067" y="2307"/>
                      </a:cubicBezTo>
                      <a:cubicBezTo>
                        <a:pt x="5067" y="2052"/>
                        <a:pt x="4861" y="1844"/>
                        <a:pt x="4606" y="1844"/>
                      </a:cubicBezTo>
                    </a:path>
                  </a:pathLst>
                </a:custGeom>
                <a:solidFill>
                  <a:srgbClr val="E22D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"/>
                <p:cNvSpPr/>
                <p:nvPr/>
              </p:nvSpPr>
              <p:spPr>
                <a:xfrm>
                  <a:off x="4057490" y="1063254"/>
                  <a:ext cx="422455" cy="401332"/>
                </a:xfrm>
                <a:custGeom>
                  <a:rect b="b" l="l" r="r" t="t"/>
                  <a:pathLst>
                    <a:path extrusionOk="0" h="923" w="972">
                      <a:moveTo>
                        <a:pt x="510" y="0"/>
                      </a:moveTo>
                      <a:lnTo>
                        <a:pt x="461" y="0"/>
                      </a:lnTo>
                      <a:cubicBezTo>
                        <a:pt x="206" y="0"/>
                        <a:pt x="0" y="206"/>
                        <a:pt x="0" y="461"/>
                      </a:cubicBezTo>
                      <a:cubicBezTo>
                        <a:pt x="0" y="716"/>
                        <a:pt x="206" y="922"/>
                        <a:pt x="461" y="922"/>
                      </a:cubicBezTo>
                      <a:lnTo>
                        <a:pt x="510" y="922"/>
                      </a:lnTo>
                      <a:cubicBezTo>
                        <a:pt x="765" y="922"/>
                        <a:pt x="971" y="716"/>
                        <a:pt x="971" y="461"/>
                      </a:cubicBezTo>
                      <a:cubicBezTo>
                        <a:pt x="971" y="206"/>
                        <a:pt x="765" y="0"/>
                        <a:pt x="510" y="0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"/>
                <p:cNvSpPr/>
                <p:nvPr/>
              </p:nvSpPr>
              <p:spPr>
                <a:xfrm>
                  <a:off x="1949055" y="-298204"/>
                  <a:ext cx="74889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5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5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"/>
                <p:cNvSpPr/>
                <p:nvPr/>
              </p:nvSpPr>
              <p:spPr>
                <a:xfrm>
                  <a:off x="2671069" y="656160"/>
                  <a:ext cx="74889" cy="74889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4"/>
                        <a:pt x="133" y="173"/>
                        <a:pt x="86" y="173"/>
                      </a:cubicBezTo>
                      <a:cubicBezTo>
                        <a:pt x="38" y="173"/>
                        <a:pt x="0" y="134"/>
                        <a:pt x="0" y="86"/>
                      </a:cubicBezTo>
                      <a:cubicBezTo>
                        <a:pt x="0" y="38"/>
                        <a:pt x="38" y="0"/>
                        <a:pt x="86" y="0"/>
                      </a:cubicBezTo>
                      <a:cubicBezTo>
                        <a:pt x="133" y="0"/>
                        <a:pt x="172" y="38"/>
                        <a:pt x="172" y="86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" name="Google Shape;167;p1"/>
                <p:cNvSpPr/>
                <p:nvPr/>
              </p:nvSpPr>
              <p:spPr>
                <a:xfrm>
                  <a:off x="4057490" y="517902"/>
                  <a:ext cx="74889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4"/>
                        <a:pt x="134" y="172"/>
                        <a:pt x="87" y="172"/>
                      </a:cubicBezTo>
                      <a:cubicBezTo>
                        <a:pt x="38" y="172"/>
                        <a:pt x="0" y="134"/>
                        <a:pt x="0" y="87"/>
                      </a:cubicBezTo>
                      <a:cubicBezTo>
                        <a:pt x="0" y="39"/>
                        <a:pt x="38" y="0"/>
                        <a:pt x="87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" name="Google Shape;168;p1"/>
                <p:cNvSpPr/>
                <p:nvPr/>
              </p:nvSpPr>
              <p:spPr>
                <a:xfrm>
                  <a:off x="4001802" y="592791"/>
                  <a:ext cx="46086" cy="46086"/>
                </a:xfrm>
                <a:custGeom>
                  <a:rect b="b" l="l" r="r" t="t"/>
                  <a:pathLst>
                    <a:path extrusionOk="0" h="107" w="106">
                      <a:moveTo>
                        <a:pt x="105" y="54"/>
                      </a:moveTo>
                      <a:lnTo>
                        <a:pt x="105" y="54"/>
                      </a:lnTo>
                      <a:cubicBezTo>
                        <a:pt x="105" y="83"/>
                        <a:pt x="81" y="106"/>
                        <a:pt x="53" y="106"/>
                      </a:cubicBezTo>
                      <a:cubicBezTo>
                        <a:pt x="24" y="106"/>
                        <a:pt x="0" y="83"/>
                        <a:pt x="0" y="54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1" y="0"/>
                        <a:pt x="105" y="24"/>
                        <a:pt x="105" y="54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" name="Google Shape;169;p1"/>
                <p:cNvSpPr/>
                <p:nvPr/>
              </p:nvSpPr>
              <p:spPr>
                <a:xfrm>
                  <a:off x="2832370" y="-48638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0" y="105"/>
                        <a:pt x="52" y="105"/>
                      </a:cubicBezTo>
                      <a:cubicBezTo>
                        <a:pt x="23" y="105"/>
                        <a:pt x="0" y="82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" name="Google Shape;170;p1"/>
                <p:cNvSpPr/>
                <p:nvPr/>
              </p:nvSpPr>
              <p:spPr>
                <a:xfrm>
                  <a:off x="2832370" y="786737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0" y="105"/>
                        <a:pt x="52" y="105"/>
                      </a:cubicBezTo>
                      <a:cubicBezTo>
                        <a:pt x="23" y="105"/>
                        <a:pt x="0" y="81"/>
                        <a:pt x="0" y="52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p1"/>
                <p:cNvSpPr/>
                <p:nvPr/>
              </p:nvSpPr>
              <p:spPr>
                <a:xfrm>
                  <a:off x="3037836" y="-12087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1" y="105"/>
                        <a:pt x="53" y="105"/>
                      </a:cubicBezTo>
                      <a:cubicBezTo>
                        <a:pt x="24" y="105"/>
                        <a:pt x="0" y="81"/>
                        <a:pt x="0" y="53"/>
                      </a:cubicBezTo>
                      <a:cubicBezTo>
                        <a:pt x="0" y="23"/>
                        <a:pt x="24" y="0"/>
                        <a:pt x="53" y="0"/>
                      </a:cubicBezTo>
                      <a:cubicBezTo>
                        <a:pt x="81" y="0"/>
                        <a:pt x="105" y="23"/>
                        <a:pt x="105" y="53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" name="Google Shape;172;p1"/>
                <p:cNvSpPr/>
                <p:nvPr/>
              </p:nvSpPr>
              <p:spPr>
                <a:xfrm>
                  <a:off x="3400764" y="400766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4" y="22"/>
                        <a:pt x="104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" name="Google Shape;173;p1"/>
                <p:cNvSpPr/>
                <p:nvPr/>
              </p:nvSpPr>
              <p:spPr>
                <a:xfrm>
                  <a:off x="3158813" y="571669"/>
                  <a:ext cx="46086" cy="46086"/>
                </a:xfrm>
                <a:custGeom>
                  <a:rect b="b" l="l" r="r" t="t"/>
                  <a:pathLst>
                    <a:path extrusionOk="0" h="107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2"/>
                        <a:pt x="82" y="106"/>
                        <a:pt x="52" y="106"/>
                      </a:cubicBezTo>
                      <a:cubicBezTo>
                        <a:pt x="24" y="106"/>
                        <a:pt x="0" y="82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6" y="24"/>
                        <a:pt x="106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1"/>
                <p:cNvSpPr/>
                <p:nvPr/>
              </p:nvSpPr>
              <p:spPr>
                <a:xfrm>
                  <a:off x="2162202" y="51281"/>
                  <a:ext cx="46086" cy="46086"/>
                </a:xfrm>
                <a:custGeom>
                  <a:rect b="b" l="l" r="r" t="t"/>
                  <a:pathLst>
                    <a:path extrusionOk="0" h="106" w="107">
                      <a:moveTo>
                        <a:pt x="106" y="53"/>
                      </a:moveTo>
                      <a:lnTo>
                        <a:pt x="106" y="53"/>
                      </a:lnTo>
                      <a:cubicBezTo>
                        <a:pt x="106" y="81"/>
                        <a:pt x="82" y="105"/>
                        <a:pt x="53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2" y="0"/>
                        <a:pt x="106" y="24"/>
                        <a:pt x="106" y="53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1"/>
                <p:cNvSpPr/>
                <p:nvPr/>
              </p:nvSpPr>
              <p:spPr>
                <a:xfrm>
                  <a:off x="1927932" y="1124701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4" y="105"/>
                        <a:pt x="0" y="81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"/>
                <p:cNvSpPr/>
                <p:nvPr/>
              </p:nvSpPr>
              <p:spPr>
                <a:xfrm>
                  <a:off x="2162202" y="556307"/>
                  <a:ext cx="46086" cy="46086"/>
                </a:xfrm>
                <a:custGeom>
                  <a:rect b="b" l="l" r="r" t="t"/>
                  <a:pathLst>
                    <a:path extrusionOk="0" h="105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1"/>
                        <a:pt x="82" y="104"/>
                        <a:pt x="53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2" y="0"/>
                        <a:pt x="106" y="24"/>
                        <a:pt x="106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"/>
                <p:cNvSpPr/>
                <p:nvPr/>
              </p:nvSpPr>
              <p:spPr>
                <a:xfrm>
                  <a:off x="3742569" y="1658531"/>
                  <a:ext cx="46086" cy="46086"/>
                </a:xfrm>
                <a:custGeom>
                  <a:rect b="b" l="l" r="r" t="t"/>
                  <a:pathLst>
                    <a:path extrusionOk="0" h="105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1"/>
                        <a:pt x="82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2"/>
                        <a:pt x="24" y="0"/>
                        <a:pt x="52" y="0"/>
                      </a:cubicBezTo>
                      <a:cubicBezTo>
                        <a:pt x="82" y="0"/>
                        <a:pt x="106" y="22"/>
                        <a:pt x="106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1"/>
                <p:cNvSpPr/>
                <p:nvPr/>
              </p:nvSpPr>
              <p:spPr>
                <a:xfrm>
                  <a:off x="2573136" y="1286002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3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1"/>
                <p:cNvSpPr/>
                <p:nvPr/>
              </p:nvSpPr>
              <p:spPr>
                <a:xfrm>
                  <a:off x="3652317" y="1537554"/>
                  <a:ext cx="74890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5" y="174"/>
                        <a:pt x="86" y="174"/>
                      </a:cubicBezTo>
                      <a:cubicBezTo>
                        <a:pt x="38" y="174"/>
                        <a:pt x="0" y="135"/>
                        <a:pt x="0" y="87"/>
                      </a:cubicBezTo>
                      <a:cubicBezTo>
                        <a:pt x="0" y="39"/>
                        <a:pt x="38" y="0"/>
                        <a:pt x="86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"/>
                <p:cNvSpPr/>
                <p:nvPr/>
              </p:nvSpPr>
              <p:spPr>
                <a:xfrm>
                  <a:off x="2709474" y="1293683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"/>
                <p:cNvSpPr/>
                <p:nvPr/>
              </p:nvSpPr>
              <p:spPr>
                <a:xfrm>
                  <a:off x="3120408" y="47441"/>
                  <a:ext cx="74889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3"/>
                        <a:pt x="134" y="172"/>
                        <a:pt x="86" y="172"/>
                      </a:cubicBezTo>
                      <a:cubicBezTo>
                        <a:pt x="39" y="172"/>
                        <a:pt x="0" y="133"/>
                        <a:pt x="0" y="87"/>
                      </a:cubicBezTo>
                      <a:cubicBezTo>
                        <a:pt x="0" y="38"/>
                        <a:pt x="39" y="0"/>
                        <a:pt x="86" y="0"/>
                      </a:cubicBezTo>
                      <a:cubicBezTo>
                        <a:pt x="134" y="0"/>
                        <a:pt x="173" y="38"/>
                        <a:pt x="173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"/>
                <p:cNvSpPr/>
                <p:nvPr/>
              </p:nvSpPr>
              <p:spPr>
                <a:xfrm>
                  <a:off x="1789675" y="1199591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8" y="173"/>
                        <a:pt x="0" y="135"/>
                        <a:pt x="0" y="87"/>
                      </a:cubicBezTo>
                      <a:cubicBezTo>
                        <a:pt x="0" y="38"/>
                        <a:pt x="38" y="0"/>
                        <a:pt x="86" y="0"/>
                      </a:cubicBezTo>
                      <a:cubicBezTo>
                        <a:pt x="134" y="0"/>
                        <a:pt x="173" y="38"/>
                        <a:pt x="173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"/>
                <p:cNvSpPr/>
                <p:nvPr/>
              </p:nvSpPr>
              <p:spPr>
                <a:xfrm>
                  <a:off x="3239463" y="-63934"/>
                  <a:ext cx="74889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3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3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"/>
                <p:cNvSpPr/>
                <p:nvPr/>
              </p:nvSpPr>
              <p:spPr>
                <a:xfrm>
                  <a:off x="2233252" y="114650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"/>
                <p:cNvSpPr/>
                <p:nvPr/>
              </p:nvSpPr>
              <p:spPr>
                <a:xfrm>
                  <a:off x="2922621" y="-526714"/>
                  <a:ext cx="1359537" cy="551111"/>
                </a:xfrm>
                <a:custGeom>
                  <a:rect b="b" l="l" r="r" t="t"/>
                  <a:pathLst>
                    <a:path extrusionOk="0" h="1265" w="3124">
                      <a:moveTo>
                        <a:pt x="2807" y="0"/>
                      </a:moveTo>
                      <a:lnTo>
                        <a:pt x="1134" y="0"/>
                      </a:lnTo>
                      <a:cubicBezTo>
                        <a:pt x="959" y="0"/>
                        <a:pt x="817" y="141"/>
                        <a:pt x="817" y="316"/>
                      </a:cubicBezTo>
                      <a:cubicBezTo>
                        <a:pt x="817" y="490"/>
                        <a:pt x="959" y="631"/>
                        <a:pt x="1134" y="631"/>
                      </a:cubicBezTo>
                      <a:lnTo>
                        <a:pt x="316" y="631"/>
                      </a:lnTo>
                      <a:cubicBezTo>
                        <a:pt x="142" y="631"/>
                        <a:pt x="0" y="772"/>
                        <a:pt x="0" y="947"/>
                      </a:cubicBezTo>
                      <a:cubicBezTo>
                        <a:pt x="0" y="1122"/>
                        <a:pt x="142" y="1264"/>
                        <a:pt x="316" y="1264"/>
                      </a:cubicBezTo>
                      <a:lnTo>
                        <a:pt x="1990" y="1264"/>
                      </a:lnTo>
                      <a:cubicBezTo>
                        <a:pt x="2164" y="1264"/>
                        <a:pt x="2306" y="1122"/>
                        <a:pt x="2306" y="947"/>
                      </a:cubicBezTo>
                      <a:cubicBezTo>
                        <a:pt x="2306" y="772"/>
                        <a:pt x="2164" y="631"/>
                        <a:pt x="1990" y="631"/>
                      </a:cubicBezTo>
                      <a:lnTo>
                        <a:pt x="2807" y="631"/>
                      </a:lnTo>
                      <a:cubicBezTo>
                        <a:pt x="2981" y="631"/>
                        <a:pt x="3123" y="490"/>
                        <a:pt x="3123" y="316"/>
                      </a:cubicBezTo>
                      <a:cubicBezTo>
                        <a:pt x="3123" y="141"/>
                        <a:pt x="2981" y="0"/>
                        <a:pt x="2807" y="0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"/>
                <p:cNvSpPr/>
                <p:nvPr/>
              </p:nvSpPr>
              <p:spPr>
                <a:xfrm>
                  <a:off x="2052749" y="1264880"/>
                  <a:ext cx="1282727" cy="551112"/>
                </a:xfrm>
                <a:custGeom>
                  <a:rect b="b" l="l" r="r" t="t"/>
                  <a:pathLst>
                    <a:path extrusionOk="0" h="1266" w="2945">
                      <a:moveTo>
                        <a:pt x="2627" y="633"/>
                      </a:moveTo>
                      <a:lnTo>
                        <a:pt x="1991" y="633"/>
                      </a:lnTo>
                      <a:cubicBezTo>
                        <a:pt x="2166" y="633"/>
                        <a:pt x="2307" y="490"/>
                        <a:pt x="2307" y="316"/>
                      </a:cubicBezTo>
                      <a:cubicBezTo>
                        <a:pt x="2307" y="141"/>
                        <a:pt x="2166" y="0"/>
                        <a:pt x="1991" y="0"/>
                      </a:cubicBezTo>
                      <a:lnTo>
                        <a:pt x="316" y="0"/>
                      </a:lnTo>
                      <a:cubicBezTo>
                        <a:pt x="141" y="0"/>
                        <a:pt x="0" y="141"/>
                        <a:pt x="0" y="316"/>
                      </a:cubicBezTo>
                      <a:cubicBezTo>
                        <a:pt x="0" y="490"/>
                        <a:pt x="141" y="633"/>
                        <a:pt x="316" y="633"/>
                      </a:cubicBezTo>
                      <a:lnTo>
                        <a:pt x="953" y="633"/>
                      </a:lnTo>
                      <a:cubicBezTo>
                        <a:pt x="778" y="633"/>
                        <a:pt x="637" y="774"/>
                        <a:pt x="637" y="948"/>
                      </a:cubicBezTo>
                      <a:cubicBezTo>
                        <a:pt x="637" y="1123"/>
                        <a:pt x="778" y="1265"/>
                        <a:pt x="953" y="1265"/>
                      </a:cubicBezTo>
                      <a:lnTo>
                        <a:pt x="2627" y="1265"/>
                      </a:lnTo>
                      <a:cubicBezTo>
                        <a:pt x="2802" y="1265"/>
                        <a:pt x="2944" y="1123"/>
                        <a:pt x="2944" y="948"/>
                      </a:cubicBezTo>
                      <a:cubicBezTo>
                        <a:pt x="2944" y="774"/>
                        <a:pt x="2802" y="633"/>
                        <a:pt x="2627" y="633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7" name="Google Shape;187;p1"/>
              <p:cNvGrpSpPr/>
              <p:nvPr/>
            </p:nvGrpSpPr>
            <p:grpSpPr>
              <a:xfrm>
                <a:off x="9828487" y="4458727"/>
                <a:ext cx="2836024" cy="2767975"/>
                <a:chOff x="4958087" y="4848065"/>
                <a:chExt cx="2646105" cy="2582737"/>
              </a:xfrm>
            </p:grpSpPr>
            <p:sp>
              <p:nvSpPr>
                <p:cNvPr id="188" name="Google Shape;188;p1"/>
                <p:cNvSpPr/>
                <p:nvPr/>
              </p:nvSpPr>
              <p:spPr>
                <a:xfrm>
                  <a:off x="4958087" y="6355463"/>
                  <a:ext cx="395572" cy="380210"/>
                </a:xfrm>
                <a:custGeom>
                  <a:rect b="b" l="l" r="r" t="t"/>
                  <a:pathLst>
                    <a:path extrusionOk="0" h="875" w="910">
                      <a:moveTo>
                        <a:pt x="472" y="0"/>
                      </a:moveTo>
                      <a:lnTo>
                        <a:pt x="436" y="0"/>
                      </a:lnTo>
                      <a:cubicBezTo>
                        <a:pt x="196" y="0"/>
                        <a:pt x="0" y="196"/>
                        <a:pt x="0" y="438"/>
                      </a:cubicBezTo>
                      <a:cubicBezTo>
                        <a:pt x="0" y="679"/>
                        <a:pt x="196" y="874"/>
                        <a:pt x="436" y="874"/>
                      </a:cubicBezTo>
                      <a:lnTo>
                        <a:pt x="472" y="874"/>
                      </a:lnTo>
                      <a:cubicBezTo>
                        <a:pt x="714" y="874"/>
                        <a:pt x="909" y="679"/>
                        <a:pt x="909" y="438"/>
                      </a:cubicBezTo>
                      <a:cubicBezTo>
                        <a:pt x="909" y="196"/>
                        <a:pt x="714" y="0"/>
                        <a:pt x="472" y="0"/>
                      </a:cubicBezTo>
                    </a:path>
                  </a:pathLst>
                </a:custGeom>
                <a:solidFill>
                  <a:srgbClr val="049E4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"/>
                <p:cNvSpPr/>
                <p:nvPr/>
              </p:nvSpPr>
              <p:spPr>
                <a:xfrm>
                  <a:off x="4958087" y="4848065"/>
                  <a:ext cx="2646105" cy="2267816"/>
                </a:xfrm>
                <a:custGeom>
                  <a:rect b="b" l="l" r="r" t="t"/>
                  <a:pathLst>
                    <a:path extrusionOk="0" h="5208" w="6078">
                      <a:moveTo>
                        <a:pt x="5641" y="874"/>
                      </a:moveTo>
                      <a:lnTo>
                        <a:pt x="4986" y="874"/>
                      </a:lnTo>
                      <a:cubicBezTo>
                        <a:pt x="5227" y="874"/>
                        <a:pt x="5423" y="679"/>
                        <a:pt x="5423" y="438"/>
                      </a:cubicBezTo>
                      <a:cubicBezTo>
                        <a:pt x="5423" y="197"/>
                        <a:pt x="5227" y="0"/>
                        <a:pt x="4986" y="0"/>
                      </a:cubicBezTo>
                      <a:lnTo>
                        <a:pt x="3166" y="0"/>
                      </a:lnTo>
                      <a:cubicBezTo>
                        <a:pt x="2924" y="0"/>
                        <a:pt x="2730" y="197"/>
                        <a:pt x="2730" y="438"/>
                      </a:cubicBezTo>
                      <a:cubicBezTo>
                        <a:pt x="2730" y="679"/>
                        <a:pt x="2924" y="874"/>
                        <a:pt x="3166" y="874"/>
                      </a:cubicBezTo>
                      <a:lnTo>
                        <a:pt x="1948" y="874"/>
                      </a:lnTo>
                      <a:cubicBezTo>
                        <a:pt x="1706" y="874"/>
                        <a:pt x="1510" y="1069"/>
                        <a:pt x="1510" y="1311"/>
                      </a:cubicBezTo>
                      <a:cubicBezTo>
                        <a:pt x="1510" y="1492"/>
                        <a:pt x="1620" y="1647"/>
                        <a:pt x="1777" y="1714"/>
                      </a:cubicBezTo>
                      <a:lnTo>
                        <a:pt x="436" y="1714"/>
                      </a:lnTo>
                      <a:cubicBezTo>
                        <a:pt x="196" y="1714"/>
                        <a:pt x="0" y="1909"/>
                        <a:pt x="0" y="2151"/>
                      </a:cubicBezTo>
                      <a:cubicBezTo>
                        <a:pt x="0" y="2392"/>
                        <a:pt x="196" y="2587"/>
                        <a:pt x="436" y="2587"/>
                      </a:cubicBezTo>
                      <a:lnTo>
                        <a:pt x="2475" y="2587"/>
                      </a:lnTo>
                      <a:cubicBezTo>
                        <a:pt x="2716" y="2587"/>
                        <a:pt x="2911" y="2782"/>
                        <a:pt x="2911" y="3024"/>
                      </a:cubicBezTo>
                      <a:cubicBezTo>
                        <a:pt x="2911" y="3265"/>
                        <a:pt x="2716" y="3460"/>
                        <a:pt x="2475" y="3460"/>
                      </a:cubicBezTo>
                      <a:lnTo>
                        <a:pt x="1656" y="3460"/>
                      </a:lnTo>
                      <a:cubicBezTo>
                        <a:pt x="1414" y="3460"/>
                        <a:pt x="1219" y="3656"/>
                        <a:pt x="1219" y="3898"/>
                      </a:cubicBezTo>
                      <a:cubicBezTo>
                        <a:pt x="1219" y="4139"/>
                        <a:pt x="1414" y="4334"/>
                        <a:pt x="1656" y="4334"/>
                      </a:cubicBezTo>
                      <a:lnTo>
                        <a:pt x="2820" y="4334"/>
                      </a:lnTo>
                      <a:cubicBezTo>
                        <a:pt x="2579" y="4334"/>
                        <a:pt x="2384" y="4529"/>
                        <a:pt x="2384" y="4770"/>
                      </a:cubicBezTo>
                      <a:cubicBezTo>
                        <a:pt x="2384" y="5012"/>
                        <a:pt x="2579" y="5207"/>
                        <a:pt x="2820" y="5207"/>
                      </a:cubicBezTo>
                      <a:lnTo>
                        <a:pt x="3766" y="5207"/>
                      </a:lnTo>
                      <a:cubicBezTo>
                        <a:pt x="4008" y="5207"/>
                        <a:pt x="4203" y="5012"/>
                        <a:pt x="4203" y="4770"/>
                      </a:cubicBezTo>
                      <a:cubicBezTo>
                        <a:pt x="4203" y="4529"/>
                        <a:pt x="4008" y="4334"/>
                        <a:pt x="3766" y="4334"/>
                      </a:cubicBezTo>
                      <a:lnTo>
                        <a:pt x="5222" y="4334"/>
                      </a:lnTo>
                      <a:cubicBezTo>
                        <a:pt x="5464" y="4334"/>
                        <a:pt x="5659" y="4139"/>
                        <a:pt x="5659" y="3898"/>
                      </a:cubicBezTo>
                      <a:cubicBezTo>
                        <a:pt x="5659" y="3656"/>
                        <a:pt x="5464" y="3460"/>
                        <a:pt x="5222" y="3460"/>
                      </a:cubicBezTo>
                      <a:lnTo>
                        <a:pt x="4276" y="3460"/>
                      </a:lnTo>
                      <a:cubicBezTo>
                        <a:pt x="4518" y="3460"/>
                        <a:pt x="4713" y="3265"/>
                        <a:pt x="4713" y="3024"/>
                      </a:cubicBezTo>
                      <a:cubicBezTo>
                        <a:pt x="4713" y="2782"/>
                        <a:pt x="4518" y="2587"/>
                        <a:pt x="4276" y="2587"/>
                      </a:cubicBezTo>
                      <a:lnTo>
                        <a:pt x="3876" y="2587"/>
                      </a:lnTo>
                      <a:cubicBezTo>
                        <a:pt x="3887" y="2587"/>
                        <a:pt x="3897" y="2586"/>
                        <a:pt x="3908" y="2586"/>
                      </a:cubicBezTo>
                      <a:cubicBezTo>
                        <a:pt x="3682" y="2569"/>
                        <a:pt x="3502" y="2381"/>
                        <a:pt x="3502" y="2151"/>
                      </a:cubicBezTo>
                      <a:cubicBezTo>
                        <a:pt x="3502" y="1969"/>
                        <a:pt x="3614" y="1813"/>
                        <a:pt x="3773" y="1747"/>
                      </a:cubicBezTo>
                      <a:lnTo>
                        <a:pt x="5641" y="1747"/>
                      </a:lnTo>
                      <a:cubicBezTo>
                        <a:pt x="5882" y="1747"/>
                        <a:pt x="6077" y="1552"/>
                        <a:pt x="6077" y="1311"/>
                      </a:cubicBezTo>
                      <a:cubicBezTo>
                        <a:pt x="6077" y="1069"/>
                        <a:pt x="5882" y="874"/>
                        <a:pt x="5641" y="874"/>
                      </a:cubicBezTo>
                    </a:path>
                  </a:pathLst>
                </a:custGeom>
                <a:solidFill>
                  <a:srgbClr val="049E4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1"/>
                <p:cNvSpPr/>
                <p:nvPr/>
              </p:nvSpPr>
              <p:spPr>
                <a:xfrm>
                  <a:off x="5960458" y="4867269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4"/>
                        <a:pt x="134" y="173"/>
                        <a:pt x="86" y="173"/>
                      </a:cubicBezTo>
                      <a:cubicBezTo>
                        <a:pt x="38" y="173"/>
                        <a:pt x="0" y="134"/>
                        <a:pt x="0" y="87"/>
                      </a:cubicBezTo>
                      <a:cubicBezTo>
                        <a:pt x="0" y="39"/>
                        <a:pt x="38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1"/>
                <p:cNvSpPr/>
                <p:nvPr/>
              </p:nvSpPr>
              <p:spPr>
                <a:xfrm>
                  <a:off x="7439049" y="5714099"/>
                  <a:ext cx="76810" cy="74889"/>
                </a:xfrm>
                <a:custGeom>
                  <a:rect b="b" l="l" r="r" t="t"/>
                  <a:pathLst>
                    <a:path extrusionOk="0" h="174" w="175">
                      <a:moveTo>
                        <a:pt x="174" y="86"/>
                      </a:moveTo>
                      <a:lnTo>
                        <a:pt x="174" y="86"/>
                      </a:lnTo>
                      <a:cubicBezTo>
                        <a:pt x="174" y="135"/>
                        <a:pt x="135" y="173"/>
                        <a:pt x="87" y="173"/>
                      </a:cubicBezTo>
                      <a:cubicBezTo>
                        <a:pt x="39" y="173"/>
                        <a:pt x="0" y="135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6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"/>
                <p:cNvSpPr/>
                <p:nvPr/>
              </p:nvSpPr>
              <p:spPr>
                <a:xfrm>
                  <a:off x="5672420" y="6954580"/>
                  <a:ext cx="74890" cy="74889"/>
                </a:xfrm>
                <a:custGeom>
                  <a:rect b="b" l="l" r="r" t="t"/>
                  <a:pathLst>
                    <a:path extrusionOk="0" h="174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3"/>
                        <a:pt x="86" y="173"/>
                      </a:cubicBezTo>
                      <a:cubicBezTo>
                        <a:pt x="37" y="173"/>
                        <a:pt x="0" y="135"/>
                        <a:pt x="0" y="87"/>
                      </a:cubicBezTo>
                      <a:cubicBezTo>
                        <a:pt x="0" y="40"/>
                        <a:pt x="37" y="0"/>
                        <a:pt x="86" y="0"/>
                      </a:cubicBezTo>
                      <a:cubicBezTo>
                        <a:pt x="134" y="0"/>
                        <a:pt x="172" y="40"/>
                        <a:pt x="172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"/>
                <p:cNvSpPr/>
                <p:nvPr/>
              </p:nvSpPr>
              <p:spPr>
                <a:xfrm>
                  <a:off x="6813049" y="5491350"/>
                  <a:ext cx="74890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"/>
                <p:cNvSpPr/>
                <p:nvPr/>
              </p:nvSpPr>
              <p:spPr>
                <a:xfrm>
                  <a:off x="6849533" y="5074655"/>
                  <a:ext cx="74889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6"/>
                        <a:pt x="135" y="174"/>
                        <a:pt x="87" y="174"/>
                      </a:cubicBezTo>
                      <a:cubicBezTo>
                        <a:pt x="39" y="174"/>
                        <a:pt x="0" y="136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"/>
                <p:cNvSpPr/>
                <p:nvPr/>
              </p:nvSpPr>
              <p:spPr>
                <a:xfrm>
                  <a:off x="5259566" y="5639209"/>
                  <a:ext cx="74889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3"/>
                        <a:pt x="134" y="172"/>
                        <a:pt x="86" y="172"/>
                      </a:cubicBezTo>
                      <a:cubicBezTo>
                        <a:pt x="38" y="172"/>
                        <a:pt x="0" y="133"/>
                        <a:pt x="0" y="86"/>
                      </a:cubicBezTo>
                      <a:cubicBezTo>
                        <a:pt x="0" y="38"/>
                        <a:pt x="38" y="0"/>
                        <a:pt x="86" y="0"/>
                      </a:cubicBezTo>
                      <a:cubicBezTo>
                        <a:pt x="134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"/>
                <p:cNvSpPr/>
                <p:nvPr/>
              </p:nvSpPr>
              <p:spPr>
                <a:xfrm>
                  <a:off x="5996942" y="6188401"/>
                  <a:ext cx="74889" cy="74890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6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"/>
                <p:cNvSpPr/>
                <p:nvPr/>
              </p:nvSpPr>
              <p:spPr>
                <a:xfrm>
                  <a:off x="6530772" y="6247928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3" y="174"/>
                        <a:pt x="86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3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"/>
                <p:cNvSpPr/>
                <p:nvPr/>
              </p:nvSpPr>
              <p:spPr>
                <a:xfrm>
                  <a:off x="6849533" y="6507162"/>
                  <a:ext cx="74889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4"/>
                        <a:pt x="135" y="172"/>
                        <a:pt x="87" y="172"/>
                      </a:cubicBezTo>
                      <a:cubicBezTo>
                        <a:pt x="39" y="172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"/>
                <p:cNvSpPr/>
                <p:nvPr/>
              </p:nvSpPr>
              <p:spPr>
                <a:xfrm>
                  <a:off x="6567257" y="6941139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4"/>
                        <a:pt x="134" y="173"/>
                        <a:pt x="86" y="173"/>
                      </a:cubicBezTo>
                      <a:cubicBezTo>
                        <a:pt x="39" y="173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1B764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"/>
                <p:cNvSpPr/>
                <p:nvPr/>
              </p:nvSpPr>
              <p:spPr>
                <a:xfrm>
                  <a:off x="6058390" y="5066974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1"/>
                <p:cNvSpPr/>
                <p:nvPr/>
              </p:nvSpPr>
              <p:spPr>
                <a:xfrm>
                  <a:off x="7369920" y="6789439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1" y="105"/>
                        <a:pt x="53" y="105"/>
                      </a:cubicBezTo>
                      <a:cubicBezTo>
                        <a:pt x="24" y="105"/>
                        <a:pt x="0" y="81"/>
                        <a:pt x="0" y="53"/>
                      </a:cubicBezTo>
                      <a:cubicBezTo>
                        <a:pt x="0" y="22"/>
                        <a:pt x="24" y="0"/>
                        <a:pt x="53" y="0"/>
                      </a:cubicBezTo>
                      <a:cubicBezTo>
                        <a:pt x="81" y="0"/>
                        <a:pt x="105" y="22"/>
                        <a:pt x="105" y="53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1"/>
                <p:cNvSpPr/>
                <p:nvPr/>
              </p:nvSpPr>
              <p:spPr>
                <a:xfrm>
                  <a:off x="5499597" y="5483669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2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2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"/>
                <p:cNvSpPr/>
                <p:nvPr/>
              </p:nvSpPr>
              <p:spPr>
                <a:xfrm>
                  <a:off x="5184676" y="6242167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0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0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"/>
                <p:cNvSpPr/>
                <p:nvPr/>
              </p:nvSpPr>
              <p:spPr>
                <a:xfrm>
                  <a:off x="5883647" y="6090468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3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"/>
                <p:cNvSpPr/>
                <p:nvPr/>
              </p:nvSpPr>
              <p:spPr>
                <a:xfrm>
                  <a:off x="5687781" y="6484118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2" y="104"/>
                        <a:pt x="53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2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"/>
                <p:cNvSpPr/>
                <p:nvPr/>
              </p:nvSpPr>
              <p:spPr>
                <a:xfrm>
                  <a:off x="7079963" y="5328128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2"/>
                        <a:pt x="81" y="105"/>
                        <a:pt x="53" y="105"/>
                      </a:cubicBezTo>
                      <a:cubicBezTo>
                        <a:pt x="23" y="105"/>
                        <a:pt x="0" y="82"/>
                        <a:pt x="0" y="52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"/>
                <p:cNvSpPr/>
                <p:nvPr/>
              </p:nvSpPr>
              <p:spPr>
                <a:xfrm>
                  <a:off x="6079512" y="5506712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3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3" y="0"/>
                      </a:cubicBezTo>
                      <a:cubicBezTo>
                        <a:pt x="81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"/>
                <p:cNvSpPr/>
                <p:nvPr/>
              </p:nvSpPr>
              <p:spPr>
                <a:xfrm>
                  <a:off x="6665189" y="6090468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0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"/>
                <p:cNvSpPr/>
                <p:nvPr/>
              </p:nvSpPr>
              <p:spPr>
                <a:xfrm>
                  <a:off x="6903300" y="6992985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2"/>
                        <a:pt x="81" y="104"/>
                        <a:pt x="52" y="104"/>
                      </a:cubicBezTo>
                      <a:cubicBezTo>
                        <a:pt x="23" y="104"/>
                        <a:pt x="0" y="82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1"/>
                <p:cNvSpPr/>
                <p:nvPr/>
              </p:nvSpPr>
              <p:spPr>
                <a:xfrm>
                  <a:off x="5603290" y="6812482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2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2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1"/>
                <p:cNvSpPr/>
                <p:nvPr/>
              </p:nvSpPr>
              <p:spPr>
                <a:xfrm>
                  <a:off x="5380541" y="5105379"/>
                  <a:ext cx="539591" cy="261154"/>
                </a:xfrm>
                <a:custGeom>
                  <a:rect b="b" l="l" r="r" t="t"/>
                  <a:pathLst>
                    <a:path extrusionOk="0" h="600" w="1237">
                      <a:moveTo>
                        <a:pt x="936" y="599"/>
                      </a:moveTo>
                      <a:lnTo>
                        <a:pt x="301" y="599"/>
                      </a:lnTo>
                      <a:cubicBezTo>
                        <a:pt x="135" y="599"/>
                        <a:pt x="0" y="464"/>
                        <a:pt x="0" y="298"/>
                      </a:cubicBezTo>
                      <a:cubicBezTo>
                        <a:pt x="0" y="133"/>
                        <a:pt x="135" y="0"/>
                        <a:pt x="301" y="0"/>
                      </a:cubicBezTo>
                      <a:lnTo>
                        <a:pt x="936" y="0"/>
                      </a:lnTo>
                      <a:cubicBezTo>
                        <a:pt x="1101" y="0"/>
                        <a:pt x="1236" y="133"/>
                        <a:pt x="1236" y="298"/>
                      </a:cubicBezTo>
                      <a:cubicBezTo>
                        <a:pt x="1236" y="464"/>
                        <a:pt x="1101" y="599"/>
                        <a:pt x="936" y="599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1"/>
                <p:cNvSpPr/>
                <p:nvPr/>
              </p:nvSpPr>
              <p:spPr>
                <a:xfrm>
                  <a:off x="6323385" y="6908494"/>
                  <a:ext cx="914039" cy="522308"/>
                </a:xfrm>
                <a:custGeom>
                  <a:rect b="b" l="l" r="r" t="t"/>
                  <a:pathLst>
                    <a:path extrusionOk="0" h="1200" w="2101">
                      <a:moveTo>
                        <a:pt x="1801" y="599"/>
                      </a:moveTo>
                      <a:lnTo>
                        <a:pt x="935" y="599"/>
                      </a:lnTo>
                      <a:cubicBezTo>
                        <a:pt x="1101" y="599"/>
                        <a:pt x="1235" y="465"/>
                        <a:pt x="1235" y="299"/>
                      </a:cubicBezTo>
                      <a:cubicBezTo>
                        <a:pt x="1235" y="134"/>
                        <a:pt x="1101" y="0"/>
                        <a:pt x="935" y="0"/>
                      </a:cubicBezTo>
                      <a:lnTo>
                        <a:pt x="300" y="0"/>
                      </a:lnTo>
                      <a:cubicBezTo>
                        <a:pt x="134" y="0"/>
                        <a:pt x="0" y="134"/>
                        <a:pt x="0" y="299"/>
                      </a:cubicBezTo>
                      <a:cubicBezTo>
                        <a:pt x="0" y="465"/>
                        <a:pt x="134" y="599"/>
                        <a:pt x="300" y="599"/>
                      </a:cubicBezTo>
                      <a:lnTo>
                        <a:pt x="520" y="599"/>
                      </a:lnTo>
                      <a:cubicBezTo>
                        <a:pt x="354" y="599"/>
                        <a:pt x="220" y="733"/>
                        <a:pt x="220" y="899"/>
                      </a:cubicBezTo>
                      <a:cubicBezTo>
                        <a:pt x="220" y="1065"/>
                        <a:pt x="354" y="1199"/>
                        <a:pt x="520" y="1199"/>
                      </a:cubicBezTo>
                      <a:lnTo>
                        <a:pt x="1801" y="1199"/>
                      </a:lnTo>
                      <a:cubicBezTo>
                        <a:pt x="1967" y="1199"/>
                        <a:pt x="2100" y="1065"/>
                        <a:pt x="2100" y="899"/>
                      </a:cubicBezTo>
                      <a:cubicBezTo>
                        <a:pt x="2100" y="733"/>
                        <a:pt x="1967" y="599"/>
                        <a:pt x="1801" y="599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1"/>
                <p:cNvSpPr/>
                <p:nvPr/>
              </p:nvSpPr>
              <p:spPr>
                <a:xfrm>
                  <a:off x="6503888" y="5790909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5" y="600"/>
                      </a:moveTo>
                      <a:lnTo>
                        <a:pt x="299" y="600"/>
                      </a:lnTo>
                      <a:cubicBezTo>
                        <a:pt x="135" y="600"/>
                        <a:pt x="0" y="465"/>
                        <a:pt x="0" y="301"/>
                      </a:cubicBezTo>
                      <a:cubicBezTo>
                        <a:pt x="0" y="135"/>
                        <a:pt x="135" y="0"/>
                        <a:pt x="299" y="0"/>
                      </a:cubicBezTo>
                      <a:lnTo>
                        <a:pt x="935" y="0"/>
                      </a:lnTo>
                      <a:cubicBezTo>
                        <a:pt x="1101" y="0"/>
                        <a:pt x="1235" y="135"/>
                        <a:pt x="1235" y="301"/>
                      </a:cubicBezTo>
                      <a:cubicBezTo>
                        <a:pt x="1235" y="465"/>
                        <a:pt x="1101" y="600"/>
                        <a:pt x="935" y="600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4" name="Google Shape;214;p1"/>
              <p:cNvGrpSpPr/>
              <p:nvPr/>
            </p:nvGrpSpPr>
            <p:grpSpPr>
              <a:xfrm rot="10800000">
                <a:off x="9619297" y="-518940"/>
                <a:ext cx="2960218" cy="2568925"/>
                <a:chOff x="7790456" y="-543997"/>
                <a:chExt cx="2761319" cy="2396472"/>
              </a:xfrm>
            </p:grpSpPr>
            <p:sp>
              <p:nvSpPr>
                <p:cNvPr id="215" name="Google Shape;215;p1"/>
                <p:cNvSpPr/>
                <p:nvPr/>
              </p:nvSpPr>
              <p:spPr>
                <a:xfrm>
                  <a:off x="7888388" y="-543997"/>
                  <a:ext cx="2603859" cy="2396472"/>
                </a:xfrm>
                <a:custGeom>
                  <a:rect b="b" l="l" r="r" t="t"/>
                  <a:pathLst>
                    <a:path extrusionOk="0" h="5502" w="5978">
                      <a:moveTo>
                        <a:pt x="5632" y="4057"/>
                      </a:moveTo>
                      <a:lnTo>
                        <a:pt x="4822" y="4057"/>
                      </a:lnTo>
                      <a:cubicBezTo>
                        <a:pt x="4632" y="4057"/>
                        <a:pt x="4478" y="3928"/>
                        <a:pt x="4478" y="3769"/>
                      </a:cubicBezTo>
                      <a:cubicBezTo>
                        <a:pt x="4478" y="3611"/>
                        <a:pt x="4632" y="3483"/>
                        <a:pt x="4822" y="3483"/>
                      </a:cubicBezTo>
                      <a:lnTo>
                        <a:pt x="5285" y="3483"/>
                      </a:lnTo>
                      <a:cubicBezTo>
                        <a:pt x="5476" y="3483"/>
                        <a:pt x="5630" y="3321"/>
                        <a:pt x="5630" y="3121"/>
                      </a:cubicBezTo>
                      <a:cubicBezTo>
                        <a:pt x="5630" y="2922"/>
                        <a:pt x="5476" y="2760"/>
                        <a:pt x="5285" y="2760"/>
                      </a:cubicBezTo>
                      <a:lnTo>
                        <a:pt x="5632" y="2760"/>
                      </a:lnTo>
                      <a:cubicBezTo>
                        <a:pt x="5823" y="2760"/>
                        <a:pt x="5977" y="2598"/>
                        <a:pt x="5977" y="2399"/>
                      </a:cubicBezTo>
                      <a:cubicBezTo>
                        <a:pt x="5977" y="2199"/>
                        <a:pt x="5823" y="2037"/>
                        <a:pt x="5632" y="2037"/>
                      </a:cubicBezTo>
                      <a:lnTo>
                        <a:pt x="4671" y="2037"/>
                      </a:lnTo>
                      <a:cubicBezTo>
                        <a:pt x="4480" y="2037"/>
                        <a:pt x="4326" y="2199"/>
                        <a:pt x="4326" y="2399"/>
                      </a:cubicBezTo>
                      <a:cubicBezTo>
                        <a:pt x="4326" y="2598"/>
                        <a:pt x="4480" y="2760"/>
                        <a:pt x="4671" y="2760"/>
                      </a:cubicBezTo>
                      <a:lnTo>
                        <a:pt x="3096" y="2760"/>
                      </a:lnTo>
                      <a:cubicBezTo>
                        <a:pt x="3285" y="2760"/>
                        <a:pt x="3441" y="2598"/>
                        <a:pt x="3441" y="2399"/>
                      </a:cubicBezTo>
                      <a:cubicBezTo>
                        <a:pt x="3441" y="2199"/>
                        <a:pt x="3285" y="2037"/>
                        <a:pt x="3096" y="2037"/>
                      </a:cubicBezTo>
                      <a:lnTo>
                        <a:pt x="2189" y="2037"/>
                      </a:lnTo>
                      <a:cubicBezTo>
                        <a:pt x="2195" y="2037"/>
                        <a:pt x="2204" y="2037"/>
                        <a:pt x="2211" y="2036"/>
                      </a:cubicBezTo>
                      <a:cubicBezTo>
                        <a:pt x="2066" y="2023"/>
                        <a:pt x="1951" y="1896"/>
                        <a:pt x="1951" y="1741"/>
                      </a:cubicBezTo>
                      <a:cubicBezTo>
                        <a:pt x="1951" y="1585"/>
                        <a:pt x="2066" y="1458"/>
                        <a:pt x="2211" y="1446"/>
                      </a:cubicBezTo>
                      <a:cubicBezTo>
                        <a:pt x="2204" y="1445"/>
                        <a:pt x="2195" y="1444"/>
                        <a:pt x="2189" y="1444"/>
                      </a:cubicBezTo>
                      <a:lnTo>
                        <a:pt x="2808" y="1444"/>
                      </a:lnTo>
                      <a:cubicBezTo>
                        <a:pt x="2998" y="1444"/>
                        <a:pt x="3153" y="1282"/>
                        <a:pt x="3153" y="1083"/>
                      </a:cubicBezTo>
                      <a:cubicBezTo>
                        <a:pt x="3153" y="884"/>
                        <a:pt x="2998" y="721"/>
                        <a:pt x="2808" y="721"/>
                      </a:cubicBezTo>
                      <a:lnTo>
                        <a:pt x="2510" y="721"/>
                      </a:lnTo>
                      <a:cubicBezTo>
                        <a:pt x="2700" y="721"/>
                        <a:pt x="2854" y="561"/>
                        <a:pt x="2854" y="361"/>
                      </a:cubicBezTo>
                      <a:cubicBezTo>
                        <a:pt x="2854" y="162"/>
                        <a:pt x="2700" y="0"/>
                        <a:pt x="2510" y="0"/>
                      </a:cubicBezTo>
                      <a:lnTo>
                        <a:pt x="1671" y="0"/>
                      </a:lnTo>
                      <a:cubicBezTo>
                        <a:pt x="1481" y="0"/>
                        <a:pt x="1326" y="162"/>
                        <a:pt x="1326" y="361"/>
                      </a:cubicBezTo>
                      <a:cubicBezTo>
                        <a:pt x="1326" y="561"/>
                        <a:pt x="1481" y="721"/>
                        <a:pt x="1671" y="721"/>
                      </a:cubicBezTo>
                      <a:lnTo>
                        <a:pt x="854" y="721"/>
                      </a:lnTo>
                      <a:cubicBezTo>
                        <a:pt x="663" y="721"/>
                        <a:pt x="509" y="884"/>
                        <a:pt x="509" y="1083"/>
                      </a:cubicBezTo>
                      <a:cubicBezTo>
                        <a:pt x="509" y="1282"/>
                        <a:pt x="663" y="1444"/>
                        <a:pt x="854" y="1444"/>
                      </a:cubicBezTo>
                      <a:lnTo>
                        <a:pt x="1226" y="1444"/>
                      </a:lnTo>
                      <a:cubicBezTo>
                        <a:pt x="1224" y="1444"/>
                        <a:pt x="1222" y="1444"/>
                        <a:pt x="1220" y="1445"/>
                      </a:cubicBezTo>
                      <a:cubicBezTo>
                        <a:pt x="1373" y="1449"/>
                        <a:pt x="1495" y="1580"/>
                        <a:pt x="1495" y="1741"/>
                      </a:cubicBezTo>
                      <a:cubicBezTo>
                        <a:pt x="1495" y="1902"/>
                        <a:pt x="1373" y="2033"/>
                        <a:pt x="1220" y="2037"/>
                      </a:cubicBezTo>
                      <a:cubicBezTo>
                        <a:pt x="1222" y="2037"/>
                        <a:pt x="1224" y="2037"/>
                        <a:pt x="1226" y="2037"/>
                      </a:cubicBezTo>
                      <a:lnTo>
                        <a:pt x="344" y="2037"/>
                      </a:lnTo>
                      <a:cubicBezTo>
                        <a:pt x="154" y="2037"/>
                        <a:pt x="0" y="2199"/>
                        <a:pt x="0" y="2399"/>
                      </a:cubicBezTo>
                      <a:cubicBezTo>
                        <a:pt x="0" y="2598"/>
                        <a:pt x="154" y="2760"/>
                        <a:pt x="344" y="2760"/>
                      </a:cubicBezTo>
                      <a:lnTo>
                        <a:pt x="1671" y="2760"/>
                      </a:lnTo>
                      <a:cubicBezTo>
                        <a:pt x="1481" y="2760"/>
                        <a:pt x="1326" y="2922"/>
                        <a:pt x="1326" y="3121"/>
                      </a:cubicBezTo>
                      <a:cubicBezTo>
                        <a:pt x="1326" y="3321"/>
                        <a:pt x="1481" y="3483"/>
                        <a:pt x="1671" y="3483"/>
                      </a:cubicBezTo>
                      <a:lnTo>
                        <a:pt x="2438" y="3483"/>
                      </a:lnTo>
                      <a:cubicBezTo>
                        <a:pt x="2629" y="3483"/>
                        <a:pt x="2783" y="3611"/>
                        <a:pt x="2783" y="3769"/>
                      </a:cubicBezTo>
                      <a:cubicBezTo>
                        <a:pt x="2783" y="3928"/>
                        <a:pt x="2629" y="4057"/>
                        <a:pt x="2438" y="4057"/>
                      </a:cubicBezTo>
                      <a:lnTo>
                        <a:pt x="1949" y="4057"/>
                      </a:lnTo>
                      <a:cubicBezTo>
                        <a:pt x="1758" y="4057"/>
                        <a:pt x="1604" y="4218"/>
                        <a:pt x="1604" y="4418"/>
                      </a:cubicBezTo>
                      <a:cubicBezTo>
                        <a:pt x="1604" y="4616"/>
                        <a:pt x="1758" y="4778"/>
                        <a:pt x="1949" y="4778"/>
                      </a:cubicBezTo>
                      <a:lnTo>
                        <a:pt x="4135" y="4778"/>
                      </a:lnTo>
                      <a:cubicBezTo>
                        <a:pt x="3945" y="4778"/>
                        <a:pt x="3791" y="4940"/>
                        <a:pt x="3791" y="5139"/>
                      </a:cubicBezTo>
                      <a:cubicBezTo>
                        <a:pt x="3791" y="5339"/>
                        <a:pt x="3945" y="5501"/>
                        <a:pt x="4135" y="5501"/>
                      </a:cubicBezTo>
                      <a:lnTo>
                        <a:pt x="5097" y="5501"/>
                      </a:lnTo>
                      <a:cubicBezTo>
                        <a:pt x="5287" y="5501"/>
                        <a:pt x="5441" y="5339"/>
                        <a:pt x="5441" y="5139"/>
                      </a:cubicBezTo>
                      <a:cubicBezTo>
                        <a:pt x="5441" y="4940"/>
                        <a:pt x="5287" y="4778"/>
                        <a:pt x="5097" y="4778"/>
                      </a:cubicBezTo>
                      <a:lnTo>
                        <a:pt x="5632" y="4778"/>
                      </a:lnTo>
                      <a:cubicBezTo>
                        <a:pt x="5823" y="4778"/>
                        <a:pt x="5977" y="4616"/>
                        <a:pt x="5977" y="4418"/>
                      </a:cubicBezTo>
                      <a:cubicBezTo>
                        <a:pt x="5977" y="4218"/>
                        <a:pt x="5823" y="4057"/>
                        <a:pt x="5632" y="4057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"/>
                <p:cNvSpPr/>
                <p:nvPr/>
              </p:nvSpPr>
              <p:spPr>
                <a:xfrm>
                  <a:off x="7988241" y="1224554"/>
                  <a:ext cx="495425" cy="314921"/>
                </a:xfrm>
                <a:custGeom>
                  <a:rect b="b" l="l" r="r" t="t"/>
                  <a:pathLst>
                    <a:path extrusionOk="0" h="722" w="1138">
                      <a:moveTo>
                        <a:pt x="777" y="0"/>
                      </a:moveTo>
                      <a:lnTo>
                        <a:pt x="361" y="0"/>
                      </a:lnTo>
                      <a:cubicBezTo>
                        <a:pt x="162" y="0"/>
                        <a:pt x="0" y="161"/>
                        <a:pt x="0" y="361"/>
                      </a:cubicBezTo>
                      <a:cubicBezTo>
                        <a:pt x="0" y="559"/>
                        <a:pt x="162" y="721"/>
                        <a:pt x="361" y="721"/>
                      </a:cubicBezTo>
                      <a:lnTo>
                        <a:pt x="777" y="721"/>
                      </a:lnTo>
                      <a:cubicBezTo>
                        <a:pt x="976" y="721"/>
                        <a:pt x="1137" y="559"/>
                        <a:pt x="1137" y="361"/>
                      </a:cubicBezTo>
                      <a:cubicBezTo>
                        <a:pt x="1137" y="161"/>
                        <a:pt x="976" y="0"/>
                        <a:pt x="777" y="0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"/>
                <p:cNvSpPr/>
                <p:nvPr/>
              </p:nvSpPr>
              <p:spPr>
                <a:xfrm>
                  <a:off x="9365061" y="197220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4"/>
                        <a:pt x="86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1"/>
                <p:cNvSpPr/>
                <p:nvPr/>
              </p:nvSpPr>
              <p:spPr>
                <a:xfrm>
                  <a:off x="9190317" y="1358972"/>
                  <a:ext cx="76810" cy="74889"/>
                </a:xfrm>
                <a:custGeom>
                  <a:rect b="b" l="l" r="r" t="t"/>
                  <a:pathLst>
                    <a:path extrusionOk="0" h="174" w="175">
                      <a:moveTo>
                        <a:pt x="174" y="86"/>
                      </a:moveTo>
                      <a:lnTo>
                        <a:pt x="174" y="86"/>
                      </a:lnTo>
                      <a:cubicBezTo>
                        <a:pt x="174" y="133"/>
                        <a:pt x="135" y="173"/>
                        <a:pt x="87" y="173"/>
                      </a:cubicBezTo>
                      <a:cubicBezTo>
                        <a:pt x="39" y="173"/>
                        <a:pt x="0" y="133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6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1"/>
                <p:cNvSpPr/>
                <p:nvPr/>
              </p:nvSpPr>
              <p:spPr>
                <a:xfrm>
                  <a:off x="10330946" y="122331"/>
                  <a:ext cx="76810" cy="74889"/>
                </a:xfrm>
                <a:custGeom>
                  <a:rect b="b" l="l" r="r" t="t"/>
                  <a:pathLst>
                    <a:path extrusionOk="0" h="173" w="175">
                      <a:moveTo>
                        <a:pt x="174" y="86"/>
                      </a:moveTo>
                      <a:lnTo>
                        <a:pt x="174" y="86"/>
                      </a:lnTo>
                      <a:cubicBezTo>
                        <a:pt x="174" y="134"/>
                        <a:pt x="135" y="172"/>
                        <a:pt x="87" y="172"/>
                      </a:cubicBezTo>
                      <a:cubicBezTo>
                        <a:pt x="39" y="172"/>
                        <a:pt x="0" y="134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6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1"/>
                <p:cNvSpPr/>
                <p:nvPr/>
              </p:nvSpPr>
              <p:spPr>
                <a:xfrm>
                  <a:off x="8186027" y="-365413"/>
                  <a:ext cx="74889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4"/>
                        <a:pt x="133" y="172"/>
                        <a:pt x="85" y="172"/>
                      </a:cubicBezTo>
                      <a:cubicBezTo>
                        <a:pt x="39" y="172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5" y="0"/>
                      </a:cubicBezTo>
                      <a:cubicBezTo>
                        <a:pt x="133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1"/>
                <p:cNvSpPr/>
                <p:nvPr/>
              </p:nvSpPr>
              <p:spPr>
                <a:xfrm>
                  <a:off x="8224432" y="804020"/>
                  <a:ext cx="76810" cy="74890"/>
                </a:xfrm>
                <a:custGeom>
                  <a:rect b="b" l="l" r="r" t="t"/>
                  <a:pathLst>
                    <a:path extrusionOk="0" h="174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5"/>
                        <a:pt x="135" y="173"/>
                        <a:pt x="87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1"/>
                <p:cNvSpPr/>
                <p:nvPr/>
              </p:nvSpPr>
              <p:spPr>
                <a:xfrm>
                  <a:off x="8408776" y="1681574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5" y="173"/>
                        <a:pt x="87" y="173"/>
                      </a:cubicBezTo>
                      <a:cubicBezTo>
                        <a:pt x="40" y="173"/>
                        <a:pt x="0" y="135"/>
                        <a:pt x="0" y="87"/>
                      </a:cubicBezTo>
                      <a:cubicBezTo>
                        <a:pt x="0" y="38"/>
                        <a:pt x="40" y="0"/>
                        <a:pt x="87" y="0"/>
                      </a:cubicBezTo>
                      <a:cubicBezTo>
                        <a:pt x="135" y="0"/>
                        <a:pt x="173" y="38"/>
                        <a:pt x="173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1"/>
                <p:cNvSpPr/>
                <p:nvPr/>
              </p:nvSpPr>
              <p:spPr>
                <a:xfrm>
                  <a:off x="9244084" y="469895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2"/>
                        <a:pt x="81" y="104"/>
                        <a:pt x="52" y="104"/>
                      </a:cubicBezTo>
                      <a:cubicBezTo>
                        <a:pt x="24" y="104"/>
                        <a:pt x="0" y="82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1"/>
                <p:cNvSpPr/>
                <p:nvPr/>
              </p:nvSpPr>
              <p:spPr>
                <a:xfrm>
                  <a:off x="8934925" y="-152266"/>
                  <a:ext cx="46086" cy="46086"/>
                </a:xfrm>
                <a:custGeom>
                  <a:rect b="b" l="l" r="r" t="t"/>
                  <a:pathLst>
                    <a:path extrusionOk="0" h="107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2"/>
                        <a:pt x="82" y="106"/>
                        <a:pt x="53" y="106"/>
                      </a:cubicBezTo>
                      <a:cubicBezTo>
                        <a:pt x="24" y="106"/>
                        <a:pt x="0" y="82"/>
                        <a:pt x="0" y="52"/>
                      </a:cubicBezTo>
                      <a:cubicBezTo>
                        <a:pt x="0" y="23"/>
                        <a:pt x="24" y="0"/>
                        <a:pt x="53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1"/>
                <p:cNvSpPr/>
                <p:nvPr/>
              </p:nvSpPr>
              <p:spPr>
                <a:xfrm>
                  <a:off x="8328126" y="-478708"/>
                  <a:ext cx="46086" cy="46086"/>
                </a:xfrm>
                <a:custGeom>
                  <a:rect b="b" l="l" r="r" t="t"/>
                  <a:pathLst>
                    <a:path extrusionOk="0" h="107" w="106">
                      <a:moveTo>
                        <a:pt x="105" y="54"/>
                      </a:moveTo>
                      <a:lnTo>
                        <a:pt x="105" y="54"/>
                      </a:lnTo>
                      <a:cubicBezTo>
                        <a:pt x="105" y="82"/>
                        <a:pt x="81" y="106"/>
                        <a:pt x="52" y="106"/>
                      </a:cubicBezTo>
                      <a:cubicBezTo>
                        <a:pt x="23" y="106"/>
                        <a:pt x="0" y="82"/>
                        <a:pt x="0" y="54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4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1"/>
                <p:cNvSpPr/>
                <p:nvPr/>
              </p:nvSpPr>
              <p:spPr>
                <a:xfrm>
                  <a:off x="8328126" y="903872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1"/>
                <p:cNvSpPr/>
                <p:nvPr/>
              </p:nvSpPr>
              <p:spPr>
                <a:xfrm>
                  <a:off x="9791356" y="88082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1" y="105"/>
                        <a:pt x="52" y="105"/>
                      </a:cubicBezTo>
                      <a:cubicBezTo>
                        <a:pt x="23" y="105"/>
                        <a:pt x="0" y="82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1"/>
                <p:cNvSpPr/>
                <p:nvPr/>
              </p:nvSpPr>
              <p:spPr>
                <a:xfrm>
                  <a:off x="9067421" y="1276400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2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2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1"/>
                <p:cNvSpPr/>
                <p:nvPr/>
              </p:nvSpPr>
              <p:spPr>
                <a:xfrm>
                  <a:off x="8460622" y="1806389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1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2"/>
                        <a:pt x="24" y="0"/>
                        <a:pt x="52" y="0"/>
                      </a:cubicBezTo>
                      <a:cubicBezTo>
                        <a:pt x="81" y="0"/>
                        <a:pt x="104" y="22"/>
                        <a:pt x="104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1"/>
                <p:cNvSpPr/>
                <p:nvPr/>
              </p:nvSpPr>
              <p:spPr>
                <a:xfrm>
                  <a:off x="8328126" y="1806389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5" y="22"/>
                        <a:pt x="105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1"/>
                <p:cNvSpPr/>
                <p:nvPr/>
              </p:nvSpPr>
              <p:spPr>
                <a:xfrm>
                  <a:off x="8881158" y="-457585"/>
                  <a:ext cx="618321" cy="261154"/>
                </a:xfrm>
                <a:custGeom>
                  <a:rect b="b" l="l" r="r" t="t"/>
                  <a:pathLst>
                    <a:path extrusionOk="0" h="601" w="1419">
                      <a:moveTo>
                        <a:pt x="1119" y="600"/>
                      </a:moveTo>
                      <a:lnTo>
                        <a:pt x="299" y="600"/>
                      </a:lnTo>
                      <a:cubicBezTo>
                        <a:pt x="133" y="600"/>
                        <a:pt x="0" y="466"/>
                        <a:pt x="0" y="301"/>
                      </a:cubicBezTo>
                      <a:cubicBezTo>
                        <a:pt x="0" y="135"/>
                        <a:pt x="133" y="0"/>
                        <a:pt x="299" y="0"/>
                      </a:cubicBezTo>
                      <a:lnTo>
                        <a:pt x="1119" y="0"/>
                      </a:lnTo>
                      <a:cubicBezTo>
                        <a:pt x="1284" y="0"/>
                        <a:pt x="1418" y="135"/>
                        <a:pt x="1418" y="301"/>
                      </a:cubicBezTo>
                      <a:cubicBezTo>
                        <a:pt x="1418" y="466"/>
                        <a:pt x="1284" y="600"/>
                        <a:pt x="1119" y="600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1"/>
                <p:cNvSpPr/>
                <p:nvPr/>
              </p:nvSpPr>
              <p:spPr>
                <a:xfrm>
                  <a:off x="7790456" y="523662"/>
                  <a:ext cx="618321" cy="261154"/>
                </a:xfrm>
                <a:custGeom>
                  <a:rect b="b" l="l" r="r" t="t"/>
                  <a:pathLst>
                    <a:path extrusionOk="0" h="600" w="1420">
                      <a:moveTo>
                        <a:pt x="1120" y="599"/>
                      </a:moveTo>
                      <a:lnTo>
                        <a:pt x="300" y="599"/>
                      </a:lnTo>
                      <a:cubicBezTo>
                        <a:pt x="134" y="599"/>
                        <a:pt x="0" y="465"/>
                        <a:pt x="0" y="299"/>
                      </a:cubicBezTo>
                      <a:cubicBezTo>
                        <a:pt x="0" y="133"/>
                        <a:pt x="134" y="0"/>
                        <a:pt x="300" y="0"/>
                      </a:cubicBezTo>
                      <a:lnTo>
                        <a:pt x="1120" y="0"/>
                      </a:lnTo>
                      <a:cubicBezTo>
                        <a:pt x="1285" y="0"/>
                        <a:pt x="1419" y="133"/>
                        <a:pt x="1419" y="299"/>
                      </a:cubicBezTo>
                      <a:cubicBezTo>
                        <a:pt x="1419" y="465"/>
                        <a:pt x="1285" y="599"/>
                        <a:pt x="1120" y="599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1"/>
                <p:cNvSpPr/>
                <p:nvPr/>
              </p:nvSpPr>
              <p:spPr>
                <a:xfrm>
                  <a:off x="9791356" y="1191910"/>
                  <a:ext cx="760419" cy="520388"/>
                </a:xfrm>
                <a:custGeom>
                  <a:rect b="b" l="l" r="r" t="t"/>
                  <a:pathLst>
                    <a:path extrusionOk="0" h="1196" w="1747">
                      <a:moveTo>
                        <a:pt x="1445" y="597"/>
                      </a:moveTo>
                      <a:lnTo>
                        <a:pt x="1167" y="597"/>
                      </a:lnTo>
                      <a:cubicBezTo>
                        <a:pt x="1310" y="573"/>
                        <a:pt x="1419" y="450"/>
                        <a:pt x="1419" y="300"/>
                      </a:cubicBezTo>
                      <a:cubicBezTo>
                        <a:pt x="1419" y="134"/>
                        <a:pt x="1285" y="0"/>
                        <a:pt x="1120" y="0"/>
                      </a:cubicBezTo>
                      <a:lnTo>
                        <a:pt x="300" y="0"/>
                      </a:ln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6"/>
                        <a:pt x="134" y="600"/>
                        <a:pt x="300" y="600"/>
                      </a:cubicBezTo>
                      <a:lnTo>
                        <a:pt x="580" y="600"/>
                      </a:lnTo>
                      <a:cubicBezTo>
                        <a:pt x="436" y="623"/>
                        <a:pt x="327" y="746"/>
                        <a:pt x="327" y="896"/>
                      </a:cubicBezTo>
                      <a:cubicBezTo>
                        <a:pt x="327" y="1062"/>
                        <a:pt x="460" y="1195"/>
                        <a:pt x="626" y="1195"/>
                      </a:cubicBezTo>
                      <a:lnTo>
                        <a:pt x="1445" y="1195"/>
                      </a:lnTo>
                      <a:cubicBezTo>
                        <a:pt x="1611" y="1195"/>
                        <a:pt x="1746" y="1062"/>
                        <a:pt x="1746" y="896"/>
                      </a:cubicBezTo>
                      <a:cubicBezTo>
                        <a:pt x="1746" y="731"/>
                        <a:pt x="1611" y="597"/>
                        <a:pt x="1445" y="59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4" name="Google Shape;234;p1"/>
          <p:cNvSpPr txBox="1"/>
          <p:nvPr/>
        </p:nvSpPr>
        <p:spPr>
          <a:xfrm>
            <a:off x="5101185" y="5529445"/>
            <a:ext cx="2097580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-</a:t>
            </a:r>
            <a:r>
              <a:rPr i="1" lang="en-IN" sz="2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Submitted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Padhmaja K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20PGP138</a:t>
            </a:r>
            <a:endParaRPr sz="2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1"/>
          <p:cNvSpPr txBox="1"/>
          <p:nvPr/>
        </p:nvSpPr>
        <p:spPr>
          <a:xfrm>
            <a:off x="2325091" y="197941"/>
            <a:ext cx="7314042" cy="17716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8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NIPPON PAINT INDIA LTD.   </a:t>
            </a:r>
            <a:endParaRPr/>
          </a:p>
          <a:p>
            <a:pPr indent="0" lvl="0" marL="0" marR="0" rtl="0" algn="ctr">
              <a:lnSpc>
                <a:spcPct val="2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32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Summer Internship Presentation </a:t>
            </a:r>
            <a:endParaRPr/>
          </a:p>
        </p:txBody>
      </p:sp>
      <p:pic>
        <p:nvPicPr>
          <p:cNvPr descr="Indian Institute of Management Raipur - Wikipedia" id="236" name="Google Shape;23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8978" y="5411553"/>
            <a:ext cx="1060459" cy="10797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"/>
          <p:cNvSpPr txBox="1"/>
          <p:nvPr/>
        </p:nvSpPr>
        <p:spPr>
          <a:xfrm>
            <a:off x="2598470" y="2328546"/>
            <a:ext cx="670124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FF0000"/>
                </a:solidFill>
                <a:latin typeface="Noto Sans"/>
                <a:ea typeface="Noto Sans"/>
                <a:cs typeface="Noto Sans"/>
                <a:sym typeface="Noto Sans"/>
              </a:rPr>
              <a:t>WEBSITE SEO &amp; DIGITAL MEDIA STRATEGY FOR IPL2021</a:t>
            </a:r>
            <a:endParaRPr/>
          </a:p>
        </p:txBody>
      </p:sp>
      <p:sp>
        <p:nvSpPr>
          <p:cNvPr id="238" name="Google Shape;238;p1"/>
          <p:cNvSpPr txBox="1"/>
          <p:nvPr/>
        </p:nvSpPr>
        <p:spPr>
          <a:xfrm>
            <a:off x="4783765" y="3583629"/>
            <a:ext cx="2312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 </a:t>
            </a:r>
            <a:endParaRPr/>
          </a:p>
        </p:txBody>
      </p:sp>
      <p:graphicFrame>
        <p:nvGraphicFramePr>
          <p:cNvPr id="239" name="Google Shape;239;p1"/>
          <p:cNvGraphicFramePr/>
          <p:nvPr/>
        </p:nvGraphicFramePr>
        <p:xfrm>
          <a:off x="2799433" y="42163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{6789F5CE-FBBE-45CA-84EB-A0C9E3147C2E}</a:tableStyleId>
              </a:tblPr>
              <a:tblGrid>
                <a:gridCol w="2742900"/>
                <a:gridCol w="965000"/>
                <a:gridCol w="335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IN" sz="1800" u="none" cap="none" strike="noStrike">
                          <a:solidFill>
                            <a:srgbClr val="000000"/>
                          </a:solidFill>
                        </a:rPr>
                        <a:t>Mr. Naveen Viswambharan</a:t>
                      </a:r>
                      <a:endParaRPr b="0" i="1" sz="18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IN" sz="1800" u="none" cap="none" strike="noStrike">
                          <a:solidFill>
                            <a:srgbClr val="000000"/>
                          </a:solidFill>
                        </a:rPr>
                        <a:t>Digital Marketing Manager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IN" sz="1800" u="none" cap="none" strike="noStrike">
                          <a:solidFill>
                            <a:srgbClr val="000000"/>
                          </a:solidFill>
                        </a:rPr>
                        <a:t>Nippon Paint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IN" sz="1800" u="none" cap="none" strike="noStrike">
                          <a:solidFill>
                            <a:srgbClr val="000000"/>
                          </a:solidFill>
                        </a:rPr>
                        <a:t>Prof. Pankaj Singh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IN" sz="1800" u="none" cap="none" strike="noStrike">
                          <a:solidFill>
                            <a:srgbClr val="000000"/>
                          </a:solidFill>
                        </a:rPr>
                        <a:t>Assistant Professor – HRM &amp; OB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IN" sz="1800" u="none" cap="none" strike="noStrike">
                          <a:solidFill>
                            <a:srgbClr val="000000"/>
                          </a:solidFill>
                        </a:rPr>
                        <a:t>IIM Raipur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ppon Paint India - YouTube" id="244" name="Google Shape;2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560" y="-185620"/>
            <a:ext cx="1597561" cy="1597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 Institute of Management Raipur - Wikipedia" id="245" name="Google Shape;2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1541" y="5778260"/>
            <a:ext cx="1060459" cy="10797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"/>
          <p:cNvSpPr txBox="1"/>
          <p:nvPr/>
        </p:nvSpPr>
        <p:spPr>
          <a:xfrm>
            <a:off x="393362" y="-629"/>
            <a:ext cx="8016258" cy="948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About the Company </a:t>
            </a:r>
            <a:endParaRPr/>
          </a:p>
        </p:txBody>
      </p:sp>
      <p:sp>
        <p:nvSpPr>
          <p:cNvPr id="247" name="Google Shape;247;p2"/>
          <p:cNvSpPr txBox="1"/>
          <p:nvPr/>
        </p:nvSpPr>
        <p:spPr>
          <a:xfrm>
            <a:off x="52718" y="6195821"/>
            <a:ext cx="65110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NIPPON</a:t>
            </a:r>
            <a:r>
              <a:rPr b="1" lang="en-IN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means Land of Rising Sun – “Japan”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2"/>
          <p:cNvGrpSpPr/>
          <p:nvPr/>
        </p:nvGrpSpPr>
        <p:grpSpPr>
          <a:xfrm>
            <a:off x="9143555" y="0"/>
            <a:ext cx="3048445" cy="2928932"/>
            <a:chOff x="6663356" y="300713"/>
            <a:chExt cx="3048445" cy="2550171"/>
          </a:xfrm>
        </p:grpSpPr>
        <p:sp>
          <p:nvSpPr>
            <p:cNvPr id="249" name="Google Shape;249;p2"/>
            <p:cNvSpPr txBox="1"/>
            <p:nvPr/>
          </p:nvSpPr>
          <p:spPr>
            <a:xfrm>
              <a:off x="6782797" y="952800"/>
              <a:ext cx="2877594" cy="1898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Instagram – 11.8k     </a:t>
              </a:r>
              <a:endParaRPr/>
            </a:p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Facebook – 51.k </a:t>
              </a:r>
              <a:endParaRPr/>
            </a:p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Twitter – 6k </a:t>
              </a:r>
              <a:endParaRPr/>
            </a:p>
            <a:p>
              <a:pPr indent="-2032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6663356" y="300714"/>
              <a:ext cx="3048445" cy="2023981"/>
            </a:xfrm>
            <a:prstGeom prst="rect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6663356" y="300713"/>
              <a:ext cx="3048445" cy="626513"/>
            </a:xfrm>
            <a:prstGeom prst="rect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Social Handles – Followers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2"/>
          <p:cNvSpPr txBox="1"/>
          <p:nvPr/>
        </p:nvSpPr>
        <p:spPr>
          <a:xfrm>
            <a:off x="637220" y="1563015"/>
            <a:ext cx="77724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 in 1881 , Japan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 Ambassador – “ The Nippon Blobby”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solution provider for all kind of surfaces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Auto, Marine, Protective, Decorative, Industrial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Heat Ban Technology – Nippon’s Ranked Number one in Google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baseline="30000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Year into the market in India 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p2"/>
          <p:cNvGraphicFramePr/>
          <p:nvPr/>
        </p:nvGraphicFramePr>
        <p:xfrm>
          <a:off x="9066608" y="28306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{A3B6B5C4-A43D-4DE6-BDC2-288D75FE6FB5}</a:tableStyleId>
              </a:tblPr>
              <a:tblGrid>
                <a:gridCol w="620075"/>
                <a:gridCol w="2392025"/>
              </a:tblGrid>
              <a:tr h="28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2E75B6"/>
                          </a:solidFill>
                        </a:rPr>
                        <a:t>No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2E75B6"/>
                          </a:solidFill>
                        </a:rPr>
                        <a:t>Company Name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525252"/>
                          </a:solidFill>
                        </a:rPr>
                        <a:t>1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Asian Paints Ltd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525252"/>
                          </a:solidFill>
                        </a:rPr>
                        <a:t>2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Berger Paints India Ltd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525252"/>
                          </a:solidFill>
                        </a:rPr>
                        <a:t>3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Kansai Nerolac Paints Ltd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525252"/>
                          </a:solidFill>
                        </a:rPr>
                        <a:t>4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Akzo Nobel India Ltd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525252"/>
                          </a:solidFill>
                        </a:rPr>
                        <a:t>5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Nippon Paint (India) Private Limited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rgbClr val="525252"/>
                          </a:solidFill>
                        </a:rPr>
                        <a:t>6</a:t>
                      </a:r>
                      <a:endParaRPr/>
                    </a:p>
                  </a:txBody>
                  <a:tcPr marT="19050" marB="19050" marR="76200" marL="76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</a:rPr>
                        <a:t>Shalimar Paints Ltd</a:t>
                      </a:r>
                      <a:endParaRPr/>
                    </a:p>
                  </a:txBody>
                  <a:tcPr marT="19050" marB="19050" marR="76200" marL="76200" anchor="ctr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2"/>
          <p:cNvSpPr txBox="1"/>
          <p:nvPr/>
        </p:nvSpPr>
        <p:spPr>
          <a:xfrm>
            <a:off x="9143555" y="2353963"/>
            <a:ext cx="30484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r>
              <a:rPr lang="en-IN" sz="24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24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Leaders</a:t>
            </a:r>
            <a:r>
              <a:rPr lang="en-IN" sz="24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rgbClr val="2E75B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xterior Wall Paints for Homes – Nippon Paint India" id="255" name="Google Shape;25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5269" y="5755500"/>
            <a:ext cx="35433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561" y="3878063"/>
            <a:ext cx="88201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"/>
          <p:cNvSpPr txBox="1"/>
          <p:nvPr/>
        </p:nvSpPr>
        <p:spPr>
          <a:xfrm>
            <a:off x="-422566" y="0"/>
            <a:ext cx="6715790" cy="948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8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Industry Analysis</a:t>
            </a:r>
            <a:endParaRPr/>
          </a:p>
        </p:txBody>
      </p:sp>
      <p:sp>
        <p:nvSpPr>
          <p:cNvPr id="262" name="Google Shape;262;p3"/>
          <p:cNvSpPr/>
          <p:nvPr/>
        </p:nvSpPr>
        <p:spPr>
          <a:xfrm>
            <a:off x="38853" y="1093510"/>
            <a:ext cx="3110467" cy="138499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2E75B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Decorative Segment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Segment</a:t>
            </a:r>
            <a:endParaRPr/>
          </a:p>
        </p:txBody>
      </p:sp>
      <p:sp>
        <p:nvSpPr>
          <p:cNvPr id="263" name="Google Shape;263;p3"/>
          <p:cNvSpPr/>
          <p:nvPr/>
        </p:nvSpPr>
        <p:spPr>
          <a:xfrm>
            <a:off x="3446752" y="1093510"/>
            <a:ext cx="3110467" cy="1384995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2E75B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Market Leaders - TN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Asian Paints , followed by Nippon </a:t>
            </a:r>
            <a:endParaRPr/>
          </a:p>
        </p:txBody>
      </p:sp>
      <p:sp>
        <p:nvSpPr>
          <p:cNvPr id="264" name="Google Shape;264;p3"/>
          <p:cNvSpPr/>
          <p:nvPr/>
        </p:nvSpPr>
        <p:spPr>
          <a:xfrm>
            <a:off x="7196689" y="2855757"/>
            <a:ext cx="4995311" cy="1261884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2E75B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Market Leaders - ASIA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Decorative Segment – ASIAN PAINTS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Segment  - NEROLAC PAINTS </a:t>
            </a:r>
            <a:endParaRPr/>
          </a:p>
        </p:txBody>
      </p:sp>
      <p:pic>
        <p:nvPicPr>
          <p:cNvPr id="265" name="Google Shape;2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1661" y="4487355"/>
            <a:ext cx="4543425" cy="218597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"/>
          <p:cNvSpPr txBox="1"/>
          <p:nvPr/>
        </p:nvSpPr>
        <p:spPr>
          <a:xfrm>
            <a:off x="9943556" y="6488668"/>
            <a:ext cx="27131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49E49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CAGR  ‘15%’</a:t>
            </a:r>
            <a:endParaRPr/>
          </a:p>
        </p:txBody>
      </p:sp>
      <p:pic>
        <p:nvPicPr>
          <p:cNvPr id="267" name="Google Shape;2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8933" y="62421"/>
            <a:ext cx="500888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377" y="2947197"/>
            <a:ext cx="6031847" cy="335428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"/>
          <p:cNvSpPr txBox="1"/>
          <p:nvPr/>
        </p:nvSpPr>
        <p:spPr>
          <a:xfrm>
            <a:off x="1193304" y="6396335"/>
            <a:ext cx="6537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Nippon Paint – Asia’s Real Number one paint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4"/>
          <p:cNvCxnSpPr>
            <a:stCxn id="275" idx="3"/>
            <a:endCxn id="276" idx="3"/>
          </p:cNvCxnSpPr>
          <p:nvPr/>
        </p:nvCxnSpPr>
        <p:spPr>
          <a:xfrm>
            <a:off x="2287280" y="2106298"/>
            <a:ext cx="71496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descr="Nippon Paint India - YouTube" id="277" name="Google Shape;2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560" y="-185620"/>
            <a:ext cx="1597561" cy="15975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4"/>
          <p:cNvCxnSpPr>
            <a:stCxn id="279" idx="3"/>
            <a:endCxn id="280" idx="3"/>
          </p:cNvCxnSpPr>
          <p:nvPr/>
        </p:nvCxnSpPr>
        <p:spPr>
          <a:xfrm>
            <a:off x="2287280" y="3308463"/>
            <a:ext cx="7149600" cy="6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descr="Indian Institute of Management Raipur - Wikipedia" id="281" name="Google Shape;2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1541" y="5778260"/>
            <a:ext cx="1060459" cy="1079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4"/>
          <p:cNvCxnSpPr>
            <a:stCxn id="283" idx="3"/>
            <a:endCxn id="284" idx="3"/>
          </p:cNvCxnSpPr>
          <p:nvPr/>
        </p:nvCxnSpPr>
        <p:spPr>
          <a:xfrm>
            <a:off x="2287280" y="4510628"/>
            <a:ext cx="7149600" cy="13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85" name="Google Shape;285;p4"/>
          <p:cNvCxnSpPr>
            <a:stCxn id="286" idx="3"/>
            <a:endCxn id="287" idx="3"/>
          </p:cNvCxnSpPr>
          <p:nvPr/>
        </p:nvCxnSpPr>
        <p:spPr>
          <a:xfrm>
            <a:off x="2287280" y="5843170"/>
            <a:ext cx="7149600" cy="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4"/>
          <p:cNvSpPr txBox="1"/>
          <p:nvPr/>
        </p:nvSpPr>
        <p:spPr>
          <a:xfrm>
            <a:off x="949034" y="0"/>
            <a:ext cx="6715790" cy="948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96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4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Project Details </a:t>
            </a:r>
            <a:endParaRPr/>
          </a:p>
        </p:txBody>
      </p:sp>
      <p:grpSp>
        <p:nvGrpSpPr>
          <p:cNvPr id="289" name="Google Shape;289;p4"/>
          <p:cNvGrpSpPr/>
          <p:nvPr/>
        </p:nvGrpSpPr>
        <p:grpSpPr>
          <a:xfrm>
            <a:off x="301726" y="1632097"/>
            <a:ext cx="9135291" cy="4686033"/>
            <a:chOff x="182880" y="1632857"/>
            <a:chExt cx="9135291" cy="4686033"/>
          </a:xfrm>
        </p:grpSpPr>
        <p:sp>
          <p:nvSpPr>
            <p:cNvPr id="275" name="Google Shape;275;p4"/>
            <p:cNvSpPr/>
            <p:nvPr/>
          </p:nvSpPr>
          <p:spPr>
            <a:xfrm>
              <a:off x="182880" y="163285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307952" y="-8661"/>
                    <a:pt x="414542" y="24248"/>
                    <a:pt x="622140" y="0"/>
                  </a:cubicBezTo>
                  <a:cubicBezTo>
                    <a:pt x="829738" y="-24248"/>
                    <a:pt x="1066250" y="2821"/>
                    <a:pt x="1264136" y="0"/>
                  </a:cubicBezTo>
                  <a:cubicBezTo>
                    <a:pt x="1462022" y="-2821"/>
                    <a:pt x="1768950" y="-1301"/>
                    <a:pt x="1985554" y="0"/>
                  </a:cubicBezTo>
                  <a:cubicBezTo>
                    <a:pt x="2001343" y="107443"/>
                    <a:pt x="1978195" y="314324"/>
                    <a:pt x="1985554" y="445748"/>
                  </a:cubicBezTo>
                  <a:cubicBezTo>
                    <a:pt x="1992913" y="577172"/>
                    <a:pt x="1962043" y="818607"/>
                    <a:pt x="1985554" y="948401"/>
                  </a:cubicBezTo>
                  <a:cubicBezTo>
                    <a:pt x="1790416" y="942365"/>
                    <a:pt x="1552579" y="930494"/>
                    <a:pt x="1323703" y="948401"/>
                  </a:cubicBezTo>
                  <a:cubicBezTo>
                    <a:pt x="1094827" y="966308"/>
                    <a:pt x="958769" y="932970"/>
                    <a:pt x="721418" y="948401"/>
                  </a:cubicBezTo>
                  <a:cubicBezTo>
                    <a:pt x="484068" y="963832"/>
                    <a:pt x="160874" y="949018"/>
                    <a:pt x="0" y="948401"/>
                  </a:cubicBezTo>
                  <a:cubicBezTo>
                    <a:pt x="7053" y="755784"/>
                    <a:pt x="-7801" y="669009"/>
                    <a:pt x="0" y="455232"/>
                  </a:cubicBezTo>
                  <a:cubicBezTo>
                    <a:pt x="7801" y="241455"/>
                    <a:pt x="13634" y="179448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35261" y="13401"/>
                    <a:pt x="382030" y="21750"/>
                    <a:pt x="602285" y="0"/>
                  </a:cubicBezTo>
                  <a:cubicBezTo>
                    <a:pt x="822541" y="-21750"/>
                    <a:pt x="1037678" y="24067"/>
                    <a:pt x="1204569" y="0"/>
                  </a:cubicBezTo>
                  <a:cubicBezTo>
                    <a:pt x="1371460" y="-24067"/>
                    <a:pt x="1778433" y="-18987"/>
                    <a:pt x="1985554" y="0"/>
                  </a:cubicBezTo>
                  <a:cubicBezTo>
                    <a:pt x="2008684" y="126612"/>
                    <a:pt x="1997482" y="336067"/>
                    <a:pt x="1985554" y="493169"/>
                  </a:cubicBezTo>
                  <a:cubicBezTo>
                    <a:pt x="1973626" y="650271"/>
                    <a:pt x="1994824" y="792491"/>
                    <a:pt x="1985554" y="948401"/>
                  </a:cubicBezTo>
                  <a:cubicBezTo>
                    <a:pt x="1770432" y="958882"/>
                    <a:pt x="1580836" y="971838"/>
                    <a:pt x="1323703" y="948401"/>
                  </a:cubicBezTo>
                  <a:cubicBezTo>
                    <a:pt x="1066570" y="924964"/>
                    <a:pt x="1004622" y="918603"/>
                    <a:pt x="701562" y="948401"/>
                  </a:cubicBezTo>
                  <a:cubicBezTo>
                    <a:pt x="398502" y="978199"/>
                    <a:pt x="246344" y="973375"/>
                    <a:pt x="0" y="948401"/>
                  </a:cubicBezTo>
                  <a:cubicBezTo>
                    <a:pt x="-2001" y="753567"/>
                    <a:pt x="-14162" y="695145"/>
                    <a:pt x="0" y="455232"/>
                  </a:cubicBezTo>
                  <a:cubicBezTo>
                    <a:pt x="14162" y="215319"/>
                    <a:pt x="15619" y="14804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Formulating Ideas for IPL 2021 Campaign </a:t>
              </a: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182880" y="2835022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15817" y="-23732"/>
                    <a:pt x="542799" y="30414"/>
                    <a:pt x="701562" y="0"/>
                  </a:cubicBezTo>
                  <a:cubicBezTo>
                    <a:pt x="860325" y="-30414"/>
                    <a:pt x="1105609" y="13098"/>
                    <a:pt x="1323703" y="0"/>
                  </a:cubicBezTo>
                  <a:cubicBezTo>
                    <a:pt x="1541797" y="-13098"/>
                    <a:pt x="1686960" y="1056"/>
                    <a:pt x="1985554" y="0"/>
                  </a:cubicBezTo>
                  <a:cubicBezTo>
                    <a:pt x="1991201" y="158948"/>
                    <a:pt x="2001856" y="241782"/>
                    <a:pt x="1985554" y="464716"/>
                  </a:cubicBezTo>
                  <a:cubicBezTo>
                    <a:pt x="1969252" y="687650"/>
                    <a:pt x="1982203" y="766142"/>
                    <a:pt x="1985554" y="948401"/>
                  </a:cubicBezTo>
                  <a:cubicBezTo>
                    <a:pt x="1828148" y="973673"/>
                    <a:pt x="1663466" y="924101"/>
                    <a:pt x="1383269" y="948401"/>
                  </a:cubicBezTo>
                  <a:cubicBezTo>
                    <a:pt x="1103072" y="972701"/>
                    <a:pt x="895058" y="944484"/>
                    <a:pt x="681707" y="948401"/>
                  </a:cubicBezTo>
                  <a:cubicBezTo>
                    <a:pt x="468356" y="952318"/>
                    <a:pt x="321700" y="918462"/>
                    <a:pt x="0" y="948401"/>
                  </a:cubicBezTo>
                  <a:cubicBezTo>
                    <a:pt x="3066" y="779623"/>
                    <a:pt x="-12367" y="645135"/>
                    <a:pt x="0" y="483685"/>
                  </a:cubicBezTo>
                  <a:cubicBezTo>
                    <a:pt x="12367" y="322235"/>
                    <a:pt x="-13785" y="213090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151987" y="-17531"/>
                    <a:pt x="355204" y="-2629"/>
                    <a:pt x="661851" y="0"/>
                  </a:cubicBezTo>
                  <a:cubicBezTo>
                    <a:pt x="968498" y="2629"/>
                    <a:pt x="1012409" y="-27471"/>
                    <a:pt x="1343558" y="0"/>
                  </a:cubicBezTo>
                  <a:cubicBezTo>
                    <a:pt x="1674707" y="27471"/>
                    <a:pt x="1680759" y="-24906"/>
                    <a:pt x="1985554" y="0"/>
                  </a:cubicBezTo>
                  <a:cubicBezTo>
                    <a:pt x="1982019" y="136554"/>
                    <a:pt x="1968295" y="367072"/>
                    <a:pt x="1985554" y="493169"/>
                  </a:cubicBezTo>
                  <a:cubicBezTo>
                    <a:pt x="2002813" y="619266"/>
                    <a:pt x="1985678" y="723621"/>
                    <a:pt x="1985554" y="948401"/>
                  </a:cubicBezTo>
                  <a:cubicBezTo>
                    <a:pt x="1711118" y="929891"/>
                    <a:pt x="1653590" y="969945"/>
                    <a:pt x="1383269" y="948401"/>
                  </a:cubicBezTo>
                  <a:cubicBezTo>
                    <a:pt x="1112949" y="926857"/>
                    <a:pt x="920084" y="964471"/>
                    <a:pt x="761129" y="948401"/>
                  </a:cubicBezTo>
                  <a:cubicBezTo>
                    <a:pt x="602174" y="932331"/>
                    <a:pt x="305740" y="938709"/>
                    <a:pt x="0" y="948401"/>
                  </a:cubicBezTo>
                  <a:cubicBezTo>
                    <a:pt x="19496" y="809143"/>
                    <a:pt x="-7979" y="656333"/>
                    <a:pt x="0" y="493169"/>
                  </a:cubicBezTo>
                  <a:cubicBezTo>
                    <a:pt x="7979" y="330005"/>
                    <a:pt x="-2403" y="14783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Analysing the Ads and Post </a:t>
              </a: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182880" y="403718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184093" y="21782"/>
                    <a:pt x="515656" y="-32882"/>
                    <a:pt x="661851" y="0"/>
                  </a:cubicBezTo>
                  <a:cubicBezTo>
                    <a:pt x="808046" y="32882"/>
                    <a:pt x="1094907" y="23156"/>
                    <a:pt x="1323703" y="0"/>
                  </a:cubicBezTo>
                  <a:cubicBezTo>
                    <a:pt x="1552499" y="-23156"/>
                    <a:pt x="1851390" y="20615"/>
                    <a:pt x="1985554" y="0"/>
                  </a:cubicBezTo>
                  <a:cubicBezTo>
                    <a:pt x="1977897" y="221324"/>
                    <a:pt x="2006469" y="325573"/>
                    <a:pt x="1985554" y="455232"/>
                  </a:cubicBezTo>
                  <a:cubicBezTo>
                    <a:pt x="1964639" y="584891"/>
                    <a:pt x="2009531" y="770301"/>
                    <a:pt x="1985554" y="948401"/>
                  </a:cubicBezTo>
                  <a:cubicBezTo>
                    <a:pt x="1792663" y="979138"/>
                    <a:pt x="1561328" y="947335"/>
                    <a:pt x="1323703" y="948401"/>
                  </a:cubicBezTo>
                  <a:cubicBezTo>
                    <a:pt x="1086078" y="949467"/>
                    <a:pt x="944312" y="978974"/>
                    <a:pt x="701562" y="948401"/>
                  </a:cubicBezTo>
                  <a:cubicBezTo>
                    <a:pt x="458812" y="917828"/>
                    <a:pt x="319211" y="976550"/>
                    <a:pt x="0" y="948401"/>
                  </a:cubicBezTo>
                  <a:cubicBezTo>
                    <a:pt x="18470" y="748656"/>
                    <a:pt x="8646" y="668456"/>
                    <a:pt x="0" y="474201"/>
                  </a:cubicBezTo>
                  <a:cubicBezTo>
                    <a:pt x="-8646" y="279946"/>
                    <a:pt x="10281" y="160427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198281" y="18035"/>
                    <a:pt x="419413" y="30693"/>
                    <a:pt x="681707" y="0"/>
                  </a:cubicBezTo>
                  <a:cubicBezTo>
                    <a:pt x="944001" y="-30693"/>
                    <a:pt x="1198252" y="24963"/>
                    <a:pt x="1363414" y="0"/>
                  </a:cubicBezTo>
                  <a:cubicBezTo>
                    <a:pt x="1528576" y="-24963"/>
                    <a:pt x="1734521" y="-9588"/>
                    <a:pt x="1985554" y="0"/>
                  </a:cubicBezTo>
                  <a:cubicBezTo>
                    <a:pt x="1968570" y="103785"/>
                    <a:pt x="1985461" y="241831"/>
                    <a:pt x="1985554" y="474201"/>
                  </a:cubicBezTo>
                  <a:cubicBezTo>
                    <a:pt x="1985647" y="706571"/>
                    <a:pt x="1989684" y="734015"/>
                    <a:pt x="1985554" y="948401"/>
                  </a:cubicBezTo>
                  <a:cubicBezTo>
                    <a:pt x="1740542" y="945166"/>
                    <a:pt x="1564802" y="937445"/>
                    <a:pt x="1343558" y="948401"/>
                  </a:cubicBezTo>
                  <a:cubicBezTo>
                    <a:pt x="1122314" y="959357"/>
                    <a:pt x="871236" y="953898"/>
                    <a:pt x="721418" y="948401"/>
                  </a:cubicBezTo>
                  <a:cubicBezTo>
                    <a:pt x="571600" y="942904"/>
                    <a:pt x="173327" y="934001"/>
                    <a:pt x="0" y="948401"/>
                  </a:cubicBezTo>
                  <a:cubicBezTo>
                    <a:pt x="1521" y="854234"/>
                    <a:pt x="12917" y="696469"/>
                    <a:pt x="0" y="502653"/>
                  </a:cubicBezTo>
                  <a:cubicBezTo>
                    <a:pt x="-12917" y="308837"/>
                    <a:pt x="1817" y="23558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Identifying the Problems with the Website </a:t>
              </a: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2690949" y="163285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301768" y="29913"/>
                    <a:pt x="465015" y="-26011"/>
                    <a:pt x="701562" y="0"/>
                  </a:cubicBezTo>
                  <a:cubicBezTo>
                    <a:pt x="938109" y="26011"/>
                    <a:pt x="1192198" y="3844"/>
                    <a:pt x="1323703" y="0"/>
                  </a:cubicBezTo>
                  <a:cubicBezTo>
                    <a:pt x="1455208" y="-3844"/>
                    <a:pt x="1806922" y="-8043"/>
                    <a:pt x="1985554" y="0"/>
                  </a:cubicBezTo>
                  <a:cubicBezTo>
                    <a:pt x="1992373" y="212968"/>
                    <a:pt x="1980178" y="246392"/>
                    <a:pt x="1985554" y="455232"/>
                  </a:cubicBezTo>
                  <a:cubicBezTo>
                    <a:pt x="1990930" y="664072"/>
                    <a:pt x="2001926" y="724396"/>
                    <a:pt x="1985554" y="948401"/>
                  </a:cubicBezTo>
                  <a:cubicBezTo>
                    <a:pt x="1741688" y="970135"/>
                    <a:pt x="1531558" y="957377"/>
                    <a:pt x="1363414" y="948401"/>
                  </a:cubicBezTo>
                  <a:cubicBezTo>
                    <a:pt x="1195270" y="939425"/>
                    <a:pt x="949736" y="928078"/>
                    <a:pt x="721418" y="948401"/>
                  </a:cubicBezTo>
                  <a:cubicBezTo>
                    <a:pt x="493100" y="968724"/>
                    <a:pt x="322015" y="970587"/>
                    <a:pt x="0" y="948401"/>
                  </a:cubicBezTo>
                  <a:cubicBezTo>
                    <a:pt x="10595" y="795116"/>
                    <a:pt x="3516" y="659149"/>
                    <a:pt x="0" y="464716"/>
                  </a:cubicBezTo>
                  <a:cubicBezTo>
                    <a:pt x="-3516" y="270284"/>
                    <a:pt x="-18756" y="125558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124935" y="-5214"/>
                    <a:pt x="457852" y="-20850"/>
                    <a:pt x="622140" y="0"/>
                  </a:cubicBezTo>
                  <a:cubicBezTo>
                    <a:pt x="786428" y="20850"/>
                    <a:pt x="1071783" y="19646"/>
                    <a:pt x="1224425" y="0"/>
                  </a:cubicBezTo>
                  <a:cubicBezTo>
                    <a:pt x="1377067" y="-19646"/>
                    <a:pt x="1803379" y="-20991"/>
                    <a:pt x="1985554" y="0"/>
                  </a:cubicBezTo>
                  <a:cubicBezTo>
                    <a:pt x="1978364" y="173741"/>
                    <a:pt x="1965807" y="357107"/>
                    <a:pt x="1985554" y="474201"/>
                  </a:cubicBezTo>
                  <a:cubicBezTo>
                    <a:pt x="2005301" y="591295"/>
                    <a:pt x="1991030" y="736961"/>
                    <a:pt x="1985554" y="948401"/>
                  </a:cubicBezTo>
                  <a:cubicBezTo>
                    <a:pt x="1806002" y="943827"/>
                    <a:pt x="1643692" y="941921"/>
                    <a:pt x="1303847" y="948401"/>
                  </a:cubicBezTo>
                  <a:cubicBezTo>
                    <a:pt x="964002" y="954881"/>
                    <a:pt x="775344" y="919948"/>
                    <a:pt x="641996" y="948401"/>
                  </a:cubicBezTo>
                  <a:cubicBezTo>
                    <a:pt x="508648" y="976854"/>
                    <a:pt x="176088" y="937778"/>
                    <a:pt x="0" y="948401"/>
                  </a:cubicBezTo>
                  <a:cubicBezTo>
                    <a:pt x="-14680" y="804333"/>
                    <a:pt x="10271" y="619962"/>
                    <a:pt x="0" y="502653"/>
                  </a:cubicBezTo>
                  <a:cubicBezTo>
                    <a:pt x="-10271" y="385344"/>
                    <a:pt x="8144" y="17869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Sports Marketing has its own reach to the audience. </a:t>
              </a: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2690949" y="2835021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44258" y="13009"/>
                    <a:pt x="465285" y="-6166"/>
                    <a:pt x="641996" y="0"/>
                  </a:cubicBezTo>
                  <a:cubicBezTo>
                    <a:pt x="818707" y="6166"/>
                    <a:pt x="1012441" y="-24734"/>
                    <a:pt x="1283992" y="0"/>
                  </a:cubicBezTo>
                  <a:cubicBezTo>
                    <a:pt x="1555543" y="24734"/>
                    <a:pt x="1708220" y="20011"/>
                    <a:pt x="1985554" y="0"/>
                  </a:cubicBezTo>
                  <a:cubicBezTo>
                    <a:pt x="2006847" y="171146"/>
                    <a:pt x="2000386" y="324587"/>
                    <a:pt x="1985554" y="464716"/>
                  </a:cubicBezTo>
                  <a:cubicBezTo>
                    <a:pt x="1970722" y="604845"/>
                    <a:pt x="1968680" y="756048"/>
                    <a:pt x="1985554" y="948401"/>
                  </a:cubicBezTo>
                  <a:cubicBezTo>
                    <a:pt x="1735555" y="969618"/>
                    <a:pt x="1583688" y="962835"/>
                    <a:pt x="1323703" y="948401"/>
                  </a:cubicBezTo>
                  <a:cubicBezTo>
                    <a:pt x="1063718" y="933967"/>
                    <a:pt x="970258" y="968941"/>
                    <a:pt x="721418" y="948401"/>
                  </a:cubicBezTo>
                  <a:cubicBezTo>
                    <a:pt x="472579" y="927861"/>
                    <a:pt x="342820" y="961438"/>
                    <a:pt x="0" y="948401"/>
                  </a:cubicBezTo>
                  <a:cubicBezTo>
                    <a:pt x="2827" y="796254"/>
                    <a:pt x="-5408" y="646707"/>
                    <a:pt x="0" y="464716"/>
                  </a:cubicBezTo>
                  <a:cubicBezTo>
                    <a:pt x="5408" y="282726"/>
                    <a:pt x="-20707" y="197613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146615" y="21567"/>
                    <a:pt x="425297" y="-17932"/>
                    <a:pt x="602285" y="0"/>
                  </a:cubicBezTo>
                  <a:cubicBezTo>
                    <a:pt x="779274" y="17932"/>
                    <a:pt x="978565" y="-20506"/>
                    <a:pt x="1264136" y="0"/>
                  </a:cubicBezTo>
                  <a:cubicBezTo>
                    <a:pt x="1549707" y="20506"/>
                    <a:pt x="1784050" y="-29942"/>
                    <a:pt x="1985554" y="0"/>
                  </a:cubicBezTo>
                  <a:cubicBezTo>
                    <a:pt x="1995697" y="234629"/>
                    <a:pt x="1990727" y="371436"/>
                    <a:pt x="1985554" y="474201"/>
                  </a:cubicBezTo>
                  <a:cubicBezTo>
                    <a:pt x="1980381" y="576966"/>
                    <a:pt x="1980487" y="760660"/>
                    <a:pt x="1985554" y="948401"/>
                  </a:cubicBezTo>
                  <a:cubicBezTo>
                    <a:pt x="1812280" y="916342"/>
                    <a:pt x="1648686" y="979666"/>
                    <a:pt x="1343558" y="948401"/>
                  </a:cubicBezTo>
                  <a:cubicBezTo>
                    <a:pt x="1038430" y="917136"/>
                    <a:pt x="936923" y="932359"/>
                    <a:pt x="661851" y="948401"/>
                  </a:cubicBezTo>
                  <a:cubicBezTo>
                    <a:pt x="386779" y="964443"/>
                    <a:pt x="310918" y="963923"/>
                    <a:pt x="0" y="948401"/>
                  </a:cubicBezTo>
                  <a:cubicBezTo>
                    <a:pt x="9708" y="800495"/>
                    <a:pt x="-11307" y="656052"/>
                    <a:pt x="0" y="493169"/>
                  </a:cubicBezTo>
                  <a:cubicBezTo>
                    <a:pt x="11307" y="330286"/>
                    <a:pt x="20425" y="19612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Past trends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Further Improvements </a:t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2690949" y="403718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305339" y="9789"/>
                    <a:pt x="523153" y="-9561"/>
                    <a:pt x="681707" y="0"/>
                  </a:cubicBezTo>
                  <a:cubicBezTo>
                    <a:pt x="840261" y="9561"/>
                    <a:pt x="1146381" y="-32728"/>
                    <a:pt x="1343558" y="0"/>
                  </a:cubicBezTo>
                  <a:cubicBezTo>
                    <a:pt x="1540735" y="32728"/>
                    <a:pt x="1696661" y="-4161"/>
                    <a:pt x="1985554" y="0"/>
                  </a:cubicBezTo>
                  <a:cubicBezTo>
                    <a:pt x="1979531" y="154179"/>
                    <a:pt x="1984793" y="281621"/>
                    <a:pt x="1985554" y="464716"/>
                  </a:cubicBezTo>
                  <a:cubicBezTo>
                    <a:pt x="1986315" y="647811"/>
                    <a:pt x="2008137" y="848139"/>
                    <a:pt x="1985554" y="948401"/>
                  </a:cubicBezTo>
                  <a:cubicBezTo>
                    <a:pt x="1786578" y="919674"/>
                    <a:pt x="1486903" y="970803"/>
                    <a:pt x="1323703" y="948401"/>
                  </a:cubicBezTo>
                  <a:cubicBezTo>
                    <a:pt x="1160503" y="925999"/>
                    <a:pt x="1001202" y="963655"/>
                    <a:pt x="721418" y="948401"/>
                  </a:cubicBezTo>
                  <a:cubicBezTo>
                    <a:pt x="441635" y="933147"/>
                    <a:pt x="212494" y="921686"/>
                    <a:pt x="0" y="948401"/>
                  </a:cubicBezTo>
                  <a:cubicBezTo>
                    <a:pt x="-3512" y="741604"/>
                    <a:pt x="-2605" y="647117"/>
                    <a:pt x="0" y="474201"/>
                  </a:cubicBezTo>
                  <a:cubicBezTo>
                    <a:pt x="2605" y="301285"/>
                    <a:pt x="7169" y="206802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134049" y="10067"/>
                    <a:pt x="401247" y="3983"/>
                    <a:pt x="602285" y="0"/>
                  </a:cubicBezTo>
                  <a:cubicBezTo>
                    <a:pt x="803323" y="-3983"/>
                    <a:pt x="1073553" y="12623"/>
                    <a:pt x="1264136" y="0"/>
                  </a:cubicBezTo>
                  <a:cubicBezTo>
                    <a:pt x="1454719" y="-12623"/>
                    <a:pt x="1725514" y="23723"/>
                    <a:pt x="1985554" y="0"/>
                  </a:cubicBezTo>
                  <a:cubicBezTo>
                    <a:pt x="1964754" y="112722"/>
                    <a:pt x="1961729" y="263062"/>
                    <a:pt x="1985554" y="493169"/>
                  </a:cubicBezTo>
                  <a:cubicBezTo>
                    <a:pt x="2009379" y="723276"/>
                    <a:pt x="1977179" y="810208"/>
                    <a:pt x="1985554" y="948401"/>
                  </a:cubicBezTo>
                  <a:cubicBezTo>
                    <a:pt x="1641703" y="924471"/>
                    <a:pt x="1629620" y="954863"/>
                    <a:pt x="1283992" y="948401"/>
                  </a:cubicBezTo>
                  <a:cubicBezTo>
                    <a:pt x="938364" y="941939"/>
                    <a:pt x="911473" y="972855"/>
                    <a:pt x="602285" y="948401"/>
                  </a:cubicBezTo>
                  <a:cubicBezTo>
                    <a:pt x="293097" y="923947"/>
                    <a:pt x="228414" y="949247"/>
                    <a:pt x="0" y="948401"/>
                  </a:cubicBezTo>
                  <a:cubicBezTo>
                    <a:pt x="-12959" y="725360"/>
                    <a:pt x="22074" y="616202"/>
                    <a:pt x="0" y="483685"/>
                  </a:cubicBezTo>
                  <a:cubicBezTo>
                    <a:pt x="-22074" y="351168"/>
                    <a:pt x="1994" y="1601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Consumer journey should be smooth </a:t>
              </a: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182880" y="5369729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189556" y="-16030"/>
                    <a:pt x="406569" y="-11674"/>
                    <a:pt x="661851" y="0"/>
                  </a:cubicBezTo>
                  <a:cubicBezTo>
                    <a:pt x="917133" y="11674"/>
                    <a:pt x="1130480" y="-9372"/>
                    <a:pt x="1363414" y="0"/>
                  </a:cubicBezTo>
                  <a:cubicBezTo>
                    <a:pt x="1596348" y="9372"/>
                    <a:pt x="1703487" y="7283"/>
                    <a:pt x="1985554" y="0"/>
                  </a:cubicBezTo>
                  <a:cubicBezTo>
                    <a:pt x="1975053" y="158000"/>
                    <a:pt x="1987318" y="313812"/>
                    <a:pt x="1985554" y="464716"/>
                  </a:cubicBezTo>
                  <a:cubicBezTo>
                    <a:pt x="1983790" y="615620"/>
                    <a:pt x="1972099" y="800516"/>
                    <a:pt x="1985554" y="948401"/>
                  </a:cubicBezTo>
                  <a:cubicBezTo>
                    <a:pt x="1820640" y="951708"/>
                    <a:pt x="1503763" y="963519"/>
                    <a:pt x="1303847" y="948401"/>
                  </a:cubicBezTo>
                  <a:cubicBezTo>
                    <a:pt x="1103931" y="933283"/>
                    <a:pt x="961030" y="926046"/>
                    <a:pt x="701562" y="948401"/>
                  </a:cubicBezTo>
                  <a:cubicBezTo>
                    <a:pt x="442095" y="970756"/>
                    <a:pt x="310880" y="920043"/>
                    <a:pt x="0" y="948401"/>
                  </a:cubicBezTo>
                  <a:cubicBezTo>
                    <a:pt x="2271" y="850033"/>
                    <a:pt x="2553" y="702401"/>
                    <a:pt x="0" y="483685"/>
                  </a:cubicBezTo>
                  <a:cubicBezTo>
                    <a:pt x="-2553" y="264969"/>
                    <a:pt x="-6693" y="105006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64934" y="2790"/>
                    <a:pt x="361124" y="12052"/>
                    <a:pt x="641996" y="0"/>
                  </a:cubicBezTo>
                  <a:cubicBezTo>
                    <a:pt x="922868" y="-12052"/>
                    <a:pt x="1002452" y="-4047"/>
                    <a:pt x="1323703" y="0"/>
                  </a:cubicBezTo>
                  <a:cubicBezTo>
                    <a:pt x="1644954" y="4047"/>
                    <a:pt x="1753855" y="-30276"/>
                    <a:pt x="1985554" y="0"/>
                  </a:cubicBezTo>
                  <a:cubicBezTo>
                    <a:pt x="2002453" y="140524"/>
                    <a:pt x="2001360" y="271718"/>
                    <a:pt x="1985554" y="455232"/>
                  </a:cubicBezTo>
                  <a:cubicBezTo>
                    <a:pt x="1969748" y="638746"/>
                    <a:pt x="1987759" y="765780"/>
                    <a:pt x="1985554" y="948401"/>
                  </a:cubicBezTo>
                  <a:cubicBezTo>
                    <a:pt x="1754571" y="963933"/>
                    <a:pt x="1665397" y="954334"/>
                    <a:pt x="1383269" y="948401"/>
                  </a:cubicBezTo>
                  <a:cubicBezTo>
                    <a:pt x="1101141" y="942468"/>
                    <a:pt x="943883" y="935726"/>
                    <a:pt x="780985" y="948401"/>
                  </a:cubicBezTo>
                  <a:cubicBezTo>
                    <a:pt x="618087" y="961076"/>
                    <a:pt x="267864" y="944792"/>
                    <a:pt x="0" y="948401"/>
                  </a:cubicBezTo>
                  <a:cubicBezTo>
                    <a:pt x="18591" y="804969"/>
                    <a:pt x="-9096" y="644164"/>
                    <a:pt x="0" y="483685"/>
                  </a:cubicBezTo>
                  <a:cubicBezTo>
                    <a:pt x="9096" y="323206"/>
                    <a:pt x="-13119" y="144258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Choosing the appropriate Keywords </a:t>
              </a: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2690949" y="5369729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32192" y="20071"/>
                    <a:pt x="345747" y="-6057"/>
                    <a:pt x="602285" y="0"/>
                  </a:cubicBezTo>
                  <a:cubicBezTo>
                    <a:pt x="858823" y="6057"/>
                    <a:pt x="947433" y="4616"/>
                    <a:pt x="1264136" y="0"/>
                  </a:cubicBezTo>
                  <a:cubicBezTo>
                    <a:pt x="1580839" y="-4616"/>
                    <a:pt x="1795691" y="-25652"/>
                    <a:pt x="1985554" y="0"/>
                  </a:cubicBezTo>
                  <a:cubicBezTo>
                    <a:pt x="1978779" y="145361"/>
                    <a:pt x="1980434" y="243303"/>
                    <a:pt x="1985554" y="445748"/>
                  </a:cubicBezTo>
                  <a:cubicBezTo>
                    <a:pt x="1990674" y="648193"/>
                    <a:pt x="1975696" y="771206"/>
                    <a:pt x="1985554" y="948401"/>
                  </a:cubicBezTo>
                  <a:cubicBezTo>
                    <a:pt x="1768865" y="957008"/>
                    <a:pt x="1632835" y="928467"/>
                    <a:pt x="1303847" y="948401"/>
                  </a:cubicBezTo>
                  <a:cubicBezTo>
                    <a:pt x="974859" y="968335"/>
                    <a:pt x="975288" y="961451"/>
                    <a:pt x="661851" y="948401"/>
                  </a:cubicBezTo>
                  <a:cubicBezTo>
                    <a:pt x="348414" y="935351"/>
                    <a:pt x="223021" y="960571"/>
                    <a:pt x="0" y="948401"/>
                  </a:cubicBezTo>
                  <a:cubicBezTo>
                    <a:pt x="-6604" y="725798"/>
                    <a:pt x="-17770" y="641948"/>
                    <a:pt x="0" y="493169"/>
                  </a:cubicBezTo>
                  <a:cubicBezTo>
                    <a:pt x="17770" y="344390"/>
                    <a:pt x="-24469" y="156241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05164" y="1817"/>
                    <a:pt x="384095" y="-23465"/>
                    <a:pt x="661851" y="0"/>
                  </a:cubicBezTo>
                  <a:cubicBezTo>
                    <a:pt x="939607" y="23465"/>
                    <a:pt x="978485" y="14152"/>
                    <a:pt x="1283992" y="0"/>
                  </a:cubicBezTo>
                  <a:cubicBezTo>
                    <a:pt x="1589499" y="-14152"/>
                    <a:pt x="1774665" y="-22017"/>
                    <a:pt x="1985554" y="0"/>
                  </a:cubicBezTo>
                  <a:cubicBezTo>
                    <a:pt x="1988663" y="170507"/>
                    <a:pt x="1991425" y="260921"/>
                    <a:pt x="1985554" y="483685"/>
                  </a:cubicBezTo>
                  <a:cubicBezTo>
                    <a:pt x="1979683" y="706450"/>
                    <a:pt x="1974117" y="727635"/>
                    <a:pt x="1985554" y="948401"/>
                  </a:cubicBezTo>
                  <a:cubicBezTo>
                    <a:pt x="1853832" y="931175"/>
                    <a:pt x="1635045" y="954477"/>
                    <a:pt x="1343558" y="948401"/>
                  </a:cubicBezTo>
                  <a:cubicBezTo>
                    <a:pt x="1052071" y="942325"/>
                    <a:pt x="860775" y="975911"/>
                    <a:pt x="721418" y="948401"/>
                  </a:cubicBezTo>
                  <a:cubicBezTo>
                    <a:pt x="582061" y="920891"/>
                    <a:pt x="282226" y="951223"/>
                    <a:pt x="0" y="948401"/>
                  </a:cubicBezTo>
                  <a:cubicBezTo>
                    <a:pt x="-7056" y="787569"/>
                    <a:pt x="10112" y="712200"/>
                    <a:pt x="0" y="483685"/>
                  </a:cubicBezTo>
                  <a:cubicBezTo>
                    <a:pt x="-10112" y="255170"/>
                    <a:pt x="-3945" y="20797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Appropriate Traffic – Improves sales </a:t>
              </a: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5011783" y="163285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319787" y="3186"/>
                    <a:pt x="452830" y="-24212"/>
                    <a:pt x="641996" y="0"/>
                  </a:cubicBezTo>
                  <a:cubicBezTo>
                    <a:pt x="831162" y="24212"/>
                    <a:pt x="1147309" y="5438"/>
                    <a:pt x="1283992" y="0"/>
                  </a:cubicBezTo>
                  <a:cubicBezTo>
                    <a:pt x="1420675" y="-5438"/>
                    <a:pt x="1736022" y="-9014"/>
                    <a:pt x="1985554" y="0"/>
                  </a:cubicBezTo>
                  <a:cubicBezTo>
                    <a:pt x="1978109" y="233733"/>
                    <a:pt x="1969759" y="316497"/>
                    <a:pt x="1985554" y="474201"/>
                  </a:cubicBezTo>
                  <a:cubicBezTo>
                    <a:pt x="2001349" y="631905"/>
                    <a:pt x="1986409" y="794866"/>
                    <a:pt x="1985554" y="948401"/>
                  </a:cubicBezTo>
                  <a:cubicBezTo>
                    <a:pt x="1814810" y="958032"/>
                    <a:pt x="1619849" y="920032"/>
                    <a:pt x="1323703" y="948401"/>
                  </a:cubicBezTo>
                  <a:cubicBezTo>
                    <a:pt x="1027557" y="976770"/>
                    <a:pt x="1001386" y="949028"/>
                    <a:pt x="701562" y="948401"/>
                  </a:cubicBezTo>
                  <a:cubicBezTo>
                    <a:pt x="401738" y="947774"/>
                    <a:pt x="212635" y="933687"/>
                    <a:pt x="0" y="948401"/>
                  </a:cubicBezTo>
                  <a:cubicBezTo>
                    <a:pt x="-9463" y="855796"/>
                    <a:pt x="-13800" y="692871"/>
                    <a:pt x="0" y="493169"/>
                  </a:cubicBezTo>
                  <a:cubicBezTo>
                    <a:pt x="13800" y="293467"/>
                    <a:pt x="3884" y="212188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305110" y="-23718"/>
                    <a:pt x="422244" y="11027"/>
                    <a:pt x="641996" y="0"/>
                  </a:cubicBezTo>
                  <a:cubicBezTo>
                    <a:pt x="861748" y="-11027"/>
                    <a:pt x="1125026" y="-123"/>
                    <a:pt x="1323703" y="0"/>
                  </a:cubicBezTo>
                  <a:cubicBezTo>
                    <a:pt x="1522380" y="123"/>
                    <a:pt x="1654997" y="-31922"/>
                    <a:pt x="1985554" y="0"/>
                  </a:cubicBezTo>
                  <a:cubicBezTo>
                    <a:pt x="1976773" y="149404"/>
                    <a:pt x="1976903" y="230284"/>
                    <a:pt x="1985554" y="455232"/>
                  </a:cubicBezTo>
                  <a:cubicBezTo>
                    <a:pt x="1994205" y="680180"/>
                    <a:pt x="1981833" y="710474"/>
                    <a:pt x="1985554" y="948401"/>
                  </a:cubicBezTo>
                  <a:cubicBezTo>
                    <a:pt x="1710318" y="921495"/>
                    <a:pt x="1440563" y="939921"/>
                    <a:pt x="1303847" y="948401"/>
                  </a:cubicBezTo>
                  <a:cubicBezTo>
                    <a:pt x="1167131" y="956881"/>
                    <a:pt x="795599" y="944486"/>
                    <a:pt x="641996" y="948401"/>
                  </a:cubicBezTo>
                  <a:cubicBezTo>
                    <a:pt x="488393" y="952316"/>
                    <a:pt x="315117" y="963946"/>
                    <a:pt x="0" y="948401"/>
                  </a:cubicBezTo>
                  <a:cubicBezTo>
                    <a:pt x="-4536" y="768285"/>
                    <a:pt x="-20351" y="635973"/>
                    <a:pt x="0" y="455232"/>
                  </a:cubicBezTo>
                  <a:cubicBezTo>
                    <a:pt x="20351" y="274491"/>
                    <a:pt x="-2534" y="1684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Research on best possible ways </a:t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5011783" y="2835020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167438" y="-5220"/>
                    <a:pt x="324246" y="-14205"/>
                    <a:pt x="641996" y="0"/>
                  </a:cubicBezTo>
                  <a:cubicBezTo>
                    <a:pt x="959746" y="14205"/>
                    <a:pt x="1069640" y="-23782"/>
                    <a:pt x="1283992" y="0"/>
                  </a:cubicBezTo>
                  <a:cubicBezTo>
                    <a:pt x="1498344" y="23782"/>
                    <a:pt x="1804606" y="7392"/>
                    <a:pt x="1985554" y="0"/>
                  </a:cubicBezTo>
                  <a:cubicBezTo>
                    <a:pt x="1979972" y="186419"/>
                    <a:pt x="2006277" y="303871"/>
                    <a:pt x="1985554" y="474201"/>
                  </a:cubicBezTo>
                  <a:cubicBezTo>
                    <a:pt x="1964831" y="644531"/>
                    <a:pt x="1998437" y="742468"/>
                    <a:pt x="1985554" y="948401"/>
                  </a:cubicBezTo>
                  <a:cubicBezTo>
                    <a:pt x="1828544" y="974375"/>
                    <a:pt x="1608972" y="954160"/>
                    <a:pt x="1283992" y="948401"/>
                  </a:cubicBezTo>
                  <a:cubicBezTo>
                    <a:pt x="959012" y="942642"/>
                    <a:pt x="871027" y="955599"/>
                    <a:pt x="602285" y="948401"/>
                  </a:cubicBezTo>
                  <a:cubicBezTo>
                    <a:pt x="333543" y="941203"/>
                    <a:pt x="215210" y="933929"/>
                    <a:pt x="0" y="948401"/>
                  </a:cubicBezTo>
                  <a:cubicBezTo>
                    <a:pt x="20634" y="800304"/>
                    <a:pt x="-14929" y="659047"/>
                    <a:pt x="0" y="483685"/>
                  </a:cubicBezTo>
                  <a:cubicBezTo>
                    <a:pt x="14929" y="308323"/>
                    <a:pt x="16509" y="223324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45540" y="-9497"/>
                    <a:pt x="474856" y="-28126"/>
                    <a:pt x="661851" y="0"/>
                  </a:cubicBezTo>
                  <a:cubicBezTo>
                    <a:pt x="848846" y="28126"/>
                    <a:pt x="1017949" y="21048"/>
                    <a:pt x="1264136" y="0"/>
                  </a:cubicBezTo>
                  <a:cubicBezTo>
                    <a:pt x="1510324" y="-21048"/>
                    <a:pt x="1626853" y="-35069"/>
                    <a:pt x="1985554" y="0"/>
                  </a:cubicBezTo>
                  <a:cubicBezTo>
                    <a:pt x="1992616" y="171234"/>
                    <a:pt x="2003319" y="291200"/>
                    <a:pt x="1985554" y="493169"/>
                  </a:cubicBezTo>
                  <a:cubicBezTo>
                    <a:pt x="1967789" y="695138"/>
                    <a:pt x="1979820" y="838375"/>
                    <a:pt x="1985554" y="948401"/>
                  </a:cubicBezTo>
                  <a:cubicBezTo>
                    <a:pt x="1826529" y="921162"/>
                    <a:pt x="1619512" y="942727"/>
                    <a:pt x="1303847" y="948401"/>
                  </a:cubicBezTo>
                  <a:cubicBezTo>
                    <a:pt x="988182" y="954075"/>
                    <a:pt x="886080" y="946261"/>
                    <a:pt x="641996" y="948401"/>
                  </a:cubicBezTo>
                  <a:cubicBezTo>
                    <a:pt x="397912" y="950541"/>
                    <a:pt x="205259" y="971970"/>
                    <a:pt x="0" y="948401"/>
                  </a:cubicBezTo>
                  <a:cubicBezTo>
                    <a:pt x="3758" y="725399"/>
                    <a:pt x="23053" y="678021"/>
                    <a:pt x="0" y="483685"/>
                  </a:cubicBezTo>
                  <a:cubicBezTo>
                    <a:pt x="-23053" y="289349"/>
                    <a:pt x="7924" y="17183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1. Strategic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Tactical </a:t>
              </a: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5011783" y="403718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49328" y="-5324"/>
                    <a:pt x="312896" y="26404"/>
                    <a:pt x="622140" y="0"/>
                  </a:cubicBezTo>
                  <a:cubicBezTo>
                    <a:pt x="931384" y="-26404"/>
                    <a:pt x="989921" y="5751"/>
                    <a:pt x="1283992" y="0"/>
                  </a:cubicBezTo>
                  <a:cubicBezTo>
                    <a:pt x="1578063" y="-5751"/>
                    <a:pt x="1711141" y="-15017"/>
                    <a:pt x="1985554" y="0"/>
                  </a:cubicBezTo>
                  <a:cubicBezTo>
                    <a:pt x="1976932" y="189063"/>
                    <a:pt x="1989162" y="368345"/>
                    <a:pt x="1985554" y="464716"/>
                  </a:cubicBezTo>
                  <a:cubicBezTo>
                    <a:pt x="1981946" y="561087"/>
                    <a:pt x="2009050" y="776803"/>
                    <a:pt x="1985554" y="948401"/>
                  </a:cubicBezTo>
                  <a:cubicBezTo>
                    <a:pt x="1823652" y="943752"/>
                    <a:pt x="1539756" y="927606"/>
                    <a:pt x="1343558" y="948401"/>
                  </a:cubicBezTo>
                  <a:cubicBezTo>
                    <a:pt x="1147360" y="969196"/>
                    <a:pt x="892891" y="922454"/>
                    <a:pt x="681707" y="948401"/>
                  </a:cubicBezTo>
                  <a:cubicBezTo>
                    <a:pt x="470523" y="974348"/>
                    <a:pt x="259238" y="944105"/>
                    <a:pt x="0" y="948401"/>
                  </a:cubicBezTo>
                  <a:cubicBezTo>
                    <a:pt x="13366" y="849825"/>
                    <a:pt x="-12971" y="622823"/>
                    <a:pt x="0" y="493169"/>
                  </a:cubicBezTo>
                  <a:cubicBezTo>
                    <a:pt x="12971" y="363515"/>
                    <a:pt x="-5865" y="144970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64343" y="-8683"/>
                    <a:pt x="521476" y="-755"/>
                    <a:pt x="661851" y="0"/>
                  </a:cubicBezTo>
                  <a:cubicBezTo>
                    <a:pt x="802226" y="755"/>
                    <a:pt x="1074444" y="6601"/>
                    <a:pt x="1363414" y="0"/>
                  </a:cubicBezTo>
                  <a:cubicBezTo>
                    <a:pt x="1652384" y="-6601"/>
                    <a:pt x="1692144" y="-2637"/>
                    <a:pt x="1985554" y="0"/>
                  </a:cubicBezTo>
                  <a:cubicBezTo>
                    <a:pt x="1993895" y="240920"/>
                    <a:pt x="1995038" y="289589"/>
                    <a:pt x="1985554" y="493169"/>
                  </a:cubicBezTo>
                  <a:cubicBezTo>
                    <a:pt x="1976070" y="696749"/>
                    <a:pt x="1975317" y="727646"/>
                    <a:pt x="1985554" y="948401"/>
                  </a:cubicBezTo>
                  <a:cubicBezTo>
                    <a:pt x="1710231" y="952809"/>
                    <a:pt x="1537371" y="938606"/>
                    <a:pt x="1363414" y="948401"/>
                  </a:cubicBezTo>
                  <a:cubicBezTo>
                    <a:pt x="1189457" y="958196"/>
                    <a:pt x="817167" y="947413"/>
                    <a:pt x="661851" y="948401"/>
                  </a:cubicBezTo>
                  <a:cubicBezTo>
                    <a:pt x="506535" y="949389"/>
                    <a:pt x="323758" y="980422"/>
                    <a:pt x="0" y="948401"/>
                  </a:cubicBezTo>
                  <a:cubicBezTo>
                    <a:pt x="-15850" y="769719"/>
                    <a:pt x="16247" y="698852"/>
                    <a:pt x="0" y="493169"/>
                  </a:cubicBezTo>
                  <a:cubicBezTo>
                    <a:pt x="-16247" y="287486"/>
                    <a:pt x="-20069" y="16496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Opinion</a:t>
              </a:r>
              <a:endParaRPr/>
            </a:p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Google Stats </a:t>
              </a: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5011783" y="5369728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300824" y="23769"/>
                    <a:pt x="399971" y="-1460"/>
                    <a:pt x="701562" y="0"/>
                  </a:cubicBezTo>
                  <a:cubicBezTo>
                    <a:pt x="1003153" y="1460"/>
                    <a:pt x="1209614" y="-24522"/>
                    <a:pt x="1403125" y="0"/>
                  </a:cubicBezTo>
                  <a:cubicBezTo>
                    <a:pt x="1596636" y="24522"/>
                    <a:pt x="1737225" y="28529"/>
                    <a:pt x="1985554" y="0"/>
                  </a:cubicBezTo>
                  <a:cubicBezTo>
                    <a:pt x="2003409" y="201648"/>
                    <a:pt x="1981813" y="321014"/>
                    <a:pt x="1985554" y="464716"/>
                  </a:cubicBezTo>
                  <a:cubicBezTo>
                    <a:pt x="1989295" y="608418"/>
                    <a:pt x="2008228" y="722799"/>
                    <a:pt x="1985554" y="948401"/>
                  </a:cubicBezTo>
                  <a:cubicBezTo>
                    <a:pt x="1820897" y="942047"/>
                    <a:pt x="1504732" y="928497"/>
                    <a:pt x="1383269" y="948401"/>
                  </a:cubicBezTo>
                  <a:cubicBezTo>
                    <a:pt x="1261806" y="968305"/>
                    <a:pt x="930044" y="951453"/>
                    <a:pt x="681707" y="948401"/>
                  </a:cubicBezTo>
                  <a:cubicBezTo>
                    <a:pt x="433370" y="945349"/>
                    <a:pt x="282312" y="972451"/>
                    <a:pt x="0" y="948401"/>
                  </a:cubicBezTo>
                  <a:cubicBezTo>
                    <a:pt x="8906" y="830395"/>
                    <a:pt x="20188" y="603672"/>
                    <a:pt x="0" y="483685"/>
                  </a:cubicBezTo>
                  <a:cubicBezTo>
                    <a:pt x="-20188" y="363698"/>
                    <a:pt x="-5909" y="159012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70126" y="-17828"/>
                    <a:pt x="425385" y="-23973"/>
                    <a:pt x="681707" y="0"/>
                  </a:cubicBezTo>
                  <a:cubicBezTo>
                    <a:pt x="938029" y="23973"/>
                    <a:pt x="1169796" y="31593"/>
                    <a:pt x="1383269" y="0"/>
                  </a:cubicBezTo>
                  <a:cubicBezTo>
                    <a:pt x="1596742" y="-31593"/>
                    <a:pt x="1858991" y="-10563"/>
                    <a:pt x="1985554" y="0"/>
                  </a:cubicBezTo>
                  <a:cubicBezTo>
                    <a:pt x="2003833" y="191385"/>
                    <a:pt x="1987125" y="350942"/>
                    <a:pt x="1985554" y="493169"/>
                  </a:cubicBezTo>
                  <a:cubicBezTo>
                    <a:pt x="1983983" y="635396"/>
                    <a:pt x="2004769" y="734326"/>
                    <a:pt x="1985554" y="948401"/>
                  </a:cubicBezTo>
                  <a:cubicBezTo>
                    <a:pt x="1814814" y="961694"/>
                    <a:pt x="1479473" y="979570"/>
                    <a:pt x="1303847" y="948401"/>
                  </a:cubicBezTo>
                  <a:cubicBezTo>
                    <a:pt x="1128221" y="917232"/>
                    <a:pt x="877413" y="961562"/>
                    <a:pt x="622140" y="948401"/>
                  </a:cubicBezTo>
                  <a:cubicBezTo>
                    <a:pt x="366867" y="935240"/>
                    <a:pt x="298980" y="962689"/>
                    <a:pt x="0" y="948401"/>
                  </a:cubicBezTo>
                  <a:cubicBezTo>
                    <a:pt x="-13990" y="731464"/>
                    <a:pt x="16072" y="684282"/>
                    <a:pt x="0" y="502653"/>
                  </a:cubicBezTo>
                  <a:cubicBezTo>
                    <a:pt x="-16072" y="321024"/>
                    <a:pt x="23547" y="2369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Optimal mix of Relevance, traffic and competition </a:t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332617" y="1632857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313340" y="-21547"/>
                    <a:pt x="418635" y="-7272"/>
                    <a:pt x="661851" y="0"/>
                  </a:cubicBezTo>
                  <a:cubicBezTo>
                    <a:pt x="905067" y="7272"/>
                    <a:pt x="1093610" y="7829"/>
                    <a:pt x="1363414" y="0"/>
                  </a:cubicBezTo>
                  <a:cubicBezTo>
                    <a:pt x="1633218" y="-7829"/>
                    <a:pt x="1846970" y="-4560"/>
                    <a:pt x="1985554" y="0"/>
                  </a:cubicBezTo>
                  <a:cubicBezTo>
                    <a:pt x="2004495" y="162889"/>
                    <a:pt x="1970265" y="299574"/>
                    <a:pt x="1985554" y="455232"/>
                  </a:cubicBezTo>
                  <a:cubicBezTo>
                    <a:pt x="2000843" y="610890"/>
                    <a:pt x="1975756" y="830692"/>
                    <a:pt x="1985554" y="948401"/>
                  </a:cubicBezTo>
                  <a:cubicBezTo>
                    <a:pt x="1735463" y="946590"/>
                    <a:pt x="1586071" y="919229"/>
                    <a:pt x="1383269" y="948401"/>
                  </a:cubicBezTo>
                  <a:cubicBezTo>
                    <a:pt x="1180468" y="977573"/>
                    <a:pt x="1031544" y="948514"/>
                    <a:pt x="701562" y="948401"/>
                  </a:cubicBezTo>
                  <a:cubicBezTo>
                    <a:pt x="371580" y="948288"/>
                    <a:pt x="315495" y="956367"/>
                    <a:pt x="0" y="948401"/>
                  </a:cubicBezTo>
                  <a:cubicBezTo>
                    <a:pt x="18613" y="818007"/>
                    <a:pt x="-1372" y="661273"/>
                    <a:pt x="0" y="493169"/>
                  </a:cubicBezTo>
                  <a:cubicBezTo>
                    <a:pt x="1372" y="325065"/>
                    <a:pt x="18544" y="226169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327745" y="-15652"/>
                    <a:pt x="418746" y="26579"/>
                    <a:pt x="661851" y="0"/>
                  </a:cubicBezTo>
                  <a:cubicBezTo>
                    <a:pt x="904956" y="-26579"/>
                    <a:pt x="1069204" y="6746"/>
                    <a:pt x="1363414" y="0"/>
                  </a:cubicBezTo>
                  <a:cubicBezTo>
                    <a:pt x="1657624" y="-6746"/>
                    <a:pt x="1776549" y="-10669"/>
                    <a:pt x="1985554" y="0"/>
                  </a:cubicBezTo>
                  <a:cubicBezTo>
                    <a:pt x="1978307" y="118828"/>
                    <a:pt x="1970600" y="368192"/>
                    <a:pt x="1985554" y="474201"/>
                  </a:cubicBezTo>
                  <a:cubicBezTo>
                    <a:pt x="2000508" y="580210"/>
                    <a:pt x="1975645" y="716865"/>
                    <a:pt x="1985554" y="948401"/>
                  </a:cubicBezTo>
                  <a:cubicBezTo>
                    <a:pt x="1797351" y="943076"/>
                    <a:pt x="1625248" y="964945"/>
                    <a:pt x="1343558" y="948401"/>
                  </a:cubicBezTo>
                  <a:cubicBezTo>
                    <a:pt x="1061868" y="931857"/>
                    <a:pt x="971411" y="952637"/>
                    <a:pt x="741273" y="948401"/>
                  </a:cubicBezTo>
                  <a:cubicBezTo>
                    <a:pt x="511136" y="944165"/>
                    <a:pt x="272325" y="911390"/>
                    <a:pt x="0" y="948401"/>
                  </a:cubicBezTo>
                  <a:cubicBezTo>
                    <a:pt x="14481" y="786459"/>
                    <a:pt x="16318" y="661689"/>
                    <a:pt x="0" y="474201"/>
                  </a:cubicBezTo>
                  <a:cubicBezTo>
                    <a:pt x="-16318" y="286713"/>
                    <a:pt x="4184" y="20811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Came up with 10 Different Campaigns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7332617" y="2841933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15358" y="5278"/>
                    <a:pt x="307392" y="-7629"/>
                    <a:pt x="602285" y="0"/>
                  </a:cubicBezTo>
                  <a:cubicBezTo>
                    <a:pt x="897179" y="7629"/>
                    <a:pt x="1036964" y="-32173"/>
                    <a:pt x="1283992" y="0"/>
                  </a:cubicBezTo>
                  <a:cubicBezTo>
                    <a:pt x="1531020" y="32173"/>
                    <a:pt x="1838014" y="24913"/>
                    <a:pt x="1985554" y="0"/>
                  </a:cubicBezTo>
                  <a:cubicBezTo>
                    <a:pt x="1966783" y="168252"/>
                    <a:pt x="2004782" y="309158"/>
                    <a:pt x="1985554" y="483685"/>
                  </a:cubicBezTo>
                  <a:cubicBezTo>
                    <a:pt x="1966326" y="658213"/>
                    <a:pt x="1979300" y="764029"/>
                    <a:pt x="1985554" y="948401"/>
                  </a:cubicBezTo>
                  <a:cubicBezTo>
                    <a:pt x="1736033" y="933586"/>
                    <a:pt x="1614574" y="949298"/>
                    <a:pt x="1363414" y="948401"/>
                  </a:cubicBezTo>
                  <a:cubicBezTo>
                    <a:pt x="1112254" y="947504"/>
                    <a:pt x="904785" y="915756"/>
                    <a:pt x="681707" y="948401"/>
                  </a:cubicBezTo>
                  <a:cubicBezTo>
                    <a:pt x="458629" y="981046"/>
                    <a:pt x="221492" y="954761"/>
                    <a:pt x="0" y="948401"/>
                  </a:cubicBezTo>
                  <a:cubicBezTo>
                    <a:pt x="19789" y="841099"/>
                    <a:pt x="-8868" y="630507"/>
                    <a:pt x="0" y="455232"/>
                  </a:cubicBezTo>
                  <a:cubicBezTo>
                    <a:pt x="8868" y="279957"/>
                    <a:pt x="1435" y="209560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95648" y="-24281"/>
                    <a:pt x="418784" y="19304"/>
                    <a:pt x="681707" y="0"/>
                  </a:cubicBezTo>
                  <a:cubicBezTo>
                    <a:pt x="944630" y="-19304"/>
                    <a:pt x="1172069" y="28765"/>
                    <a:pt x="1323703" y="0"/>
                  </a:cubicBezTo>
                  <a:cubicBezTo>
                    <a:pt x="1475337" y="-28765"/>
                    <a:pt x="1763423" y="16762"/>
                    <a:pt x="1985554" y="0"/>
                  </a:cubicBezTo>
                  <a:cubicBezTo>
                    <a:pt x="1993836" y="197884"/>
                    <a:pt x="2001865" y="372149"/>
                    <a:pt x="1985554" y="483685"/>
                  </a:cubicBezTo>
                  <a:cubicBezTo>
                    <a:pt x="1969243" y="595222"/>
                    <a:pt x="1992260" y="748008"/>
                    <a:pt x="1985554" y="948401"/>
                  </a:cubicBezTo>
                  <a:cubicBezTo>
                    <a:pt x="1790477" y="973890"/>
                    <a:pt x="1592665" y="934678"/>
                    <a:pt x="1303847" y="948401"/>
                  </a:cubicBezTo>
                  <a:cubicBezTo>
                    <a:pt x="1015029" y="962124"/>
                    <a:pt x="943123" y="958349"/>
                    <a:pt x="701562" y="948401"/>
                  </a:cubicBezTo>
                  <a:cubicBezTo>
                    <a:pt x="460002" y="938453"/>
                    <a:pt x="307643" y="941359"/>
                    <a:pt x="0" y="948401"/>
                  </a:cubicBezTo>
                  <a:cubicBezTo>
                    <a:pt x="-9723" y="730468"/>
                    <a:pt x="15136" y="662645"/>
                    <a:pt x="0" y="502653"/>
                  </a:cubicBezTo>
                  <a:cubicBezTo>
                    <a:pt x="-15136" y="342661"/>
                    <a:pt x="-18618" y="11471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engagement ratio is very less comparatively </a:t>
              </a: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7332617" y="4051009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38577" y="-11800"/>
                    <a:pt x="449935" y="13473"/>
                    <a:pt x="641996" y="0"/>
                  </a:cubicBezTo>
                  <a:cubicBezTo>
                    <a:pt x="834057" y="-13473"/>
                    <a:pt x="1120307" y="-129"/>
                    <a:pt x="1283992" y="0"/>
                  </a:cubicBezTo>
                  <a:cubicBezTo>
                    <a:pt x="1447677" y="129"/>
                    <a:pt x="1750023" y="-13779"/>
                    <a:pt x="1985554" y="0"/>
                  </a:cubicBezTo>
                  <a:cubicBezTo>
                    <a:pt x="2003943" y="179558"/>
                    <a:pt x="1982847" y="289334"/>
                    <a:pt x="1985554" y="455232"/>
                  </a:cubicBezTo>
                  <a:cubicBezTo>
                    <a:pt x="1988261" y="621130"/>
                    <a:pt x="1966356" y="783098"/>
                    <a:pt x="1985554" y="948401"/>
                  </a:cubicBezTo>
                  <a:cubicBezTo>
                    <a:pt x="1676671" y="983286"/>
                    <a:pt x="1627919" y="963097"/>
                    <a:pt x="1283992" y="948401"/>
                  </a:cubicBezTo>
                  <a:cubicBezTo>
                    <a:pt x="940065" y="933705"/>
                    <a:pt x="906745" y="955676"/>
                    <a:pt x="641996" y="948401"/>
                  </a:cubicBezTo>
                  <a:cubicBezTo>
                    <a:pt x="377247" y="941126"/>
                    <a:pt x="238563" y="929925"/>
                    <a:pt x="0" y="948401"/>
                  </a:cubicBezTo>
                  <a:cubicBezTo>
                    <a:pt x="17039" y="848394"/>
                    <a:pt x="4060" y="638655"/>
                    <a:pt x="0" y="502653"/>
                  </a:cubicBezTo>
                  <a:cubicBezTo>
                    <a:pt x="-4060" y="366651"/>
                    <a:pt x="-7297" y="228499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339375" y="14321"/>
                    <a:pt x="442598" y="-33042"/>
                    <a:pt x="701562" y="0"/>
                  </a:cubicBezTo>
                  <a:cubicBezTo>
                    <a:pt x="960526" y="33042"/>
                    <a:pt x="1074659" y="31265"/>
                    <a:pt x="1343558" y="0"/>
                  </a:cubicBezTo>
                  <a:cubicBezTo>
                    <a:pt x="1612457" y="-31265"/>
                    <a:pt x="1717525" y="2953"/>
                    <a:pt x="1985554" y="0"/>
                  </a:cubicBezTo>
                  <a:cubicBezTo>
                    <a:pt x="1974821" y="162783"/>
                    <a:pt x="1989807" y="298895"/>
                    <a:pt x="1985554" y="464716"/>
                  </a:cubicBezTo>
                  <a:cubicBezTo>
                    <a:pt x="1981301" y="630537"/>
                    <a:pt x="1967824" y="831998"/>
                    <a:pt x="1985554" y="948401"/>
                  </a:cubicBezTo>
                  <a:cubicBezTo>
                    <a:pt x="1714733" y="953782"/>
                    <a:pt x="1603370" y="925204"/>
                    <a:pt x="1343558" y="948401"/>
                  </a:cubicBezTo>
                  <a:cubicBezTo>
                    <a:pt x="1083746" y="971598"/>
                    <a:pt x="924384" y="950654"/>
                    <a:pt x="721418" y="948401"/>
                  </a:cubicBezTo>
                  <a:cubicBezTo>
                    <a:pt x="518452" y="946148"/>
                    <a:pt x="228919" y="942750"/>
                    <a:pt x="0" y="948401"/>
                  </a:cubicBezTo>
                  <a:cubicBezTo>
                    <a:pt x="4596" y="837099"/>
                    <a:pt x="305" y="643632"/>
                    <a:pt x="0" y="483685"/>
                  </a:cubicBezTo>
                  <a:cubicBezTo>
                    <a:pt x="-305" y="323738"/>
                    <a:pt x="19762" y="117639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Darker colours </a:t>
              </a:r>
              <a:endParaRPr/>
            </a:p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Slow Loading </a:t>
              </a:r>
              <a:endParaRPr/>
            </a:p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Less Interactive</a:t>
              </a: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7332617" y="5370489"/>
              <a:ext cx="1985554" cy="948401"/>
            </a:xfrm>
            <a:custGeom>
              <a:rect b="b" l="l" r="r" t="t"/>
              <a:pathLst>
                <a:path extrusionOk="0" fill="none" h="948401" w="1985554">
                  <a:moveTo>
                    <a:pt x="0" y="0"/>
                  </a:moveTo>
                  <a:cubicBezTo>
                    <a:pt x="294882" y="16412"/>
                    <a:pt x="520317" y="-32783"/>
                    <a:pt x="681707" y="0"/>
                  </a:cubicBezTo>
                  <a:cubicBezTo>
                    <a:pt x="843097" y="32783"/>
                    <a:pt x="1172488" y="-10952"/>
                    <a:pt x="1383269" y="0"/>
                  </a:cubicBezTo>
                  <a:cubicBezTo>
                    <a:pt x="1594050" y="10952"/>
                    <a:pt x="1694068" y="-16849"/>
                    <a:pt x="1985554" y="0"/>
                  </a:cubicBezTo>
                  <a:cubicBezTo>
                    <a:pt x="1986130" y="175623"/>
                    <a:pt x="1987768" y="346673"/>
                    <a:pt x="1985554" y="455232"/>
                  </a:cubicBezTo>
                  <a:cubicBezTo>
                    <a:pt x="1983340" y="563791"/>
                    <a:pt x="1985940" y="738186"/>
                    <a:pt x="1985554" y="948401"/>
                  </a:cubicBezTo>
                  <a:cubicBezTo>
                    <a:pt x="1753733" y="941464"/>
                    <a:pt x="1512085" y="970022"/>
                    <a:pt x="1343558" y="948401"/>
                  </a:cubicBezTo>
                  <a:cubicBezTo>
                    <a:pt x="1175031" y="926780"/>
                    <a:pt x="911973" y="934655"/>
                    <a:pt x="661851" y="948401"/>
                  </a:cubicBezTo>
                  <a:cubicBezTo>
                    <a:pt x="411729" y="962147"/>
                    <a:pt x="178396" y="962099"/>
                    <a:pt x="0" y="948401"/>
                  </a:cubicBezTo>
                  <a:cubicBezTo>
                    <a:pt x="-15021" y="812020"/>
                    <a:pt x="10142" y="618194"/>
                    <a:pt x="0" y="474201"/>
                  </a:cubicBezTo>
                  <a:cubicBezTo>
                    <a:pt x="-10142" y="330208"/>
                    <a:pt x="-6621" y="215015"/>
                    <a:pt x="0" y="0"/>
                  </a:cubicBezTo>
                  <a:close/>
                </a:path>
                <a:path extrusionOk="0" h="948401" w="1985554">
                  <a:moveTo>
                    <a:pt x="0" y="0"/>
                  </a:moveTo>
                  <a:cubicBezTo>
                    <a:pt x="206342" y="5950"/>
                    <a:pt x="487523" y="-10370"/>
                    <a:pt x="641996" y="0"/>
                  </a:cubicBezTo>
                  <a:cubicBezTo>
                    <a:pt x="796469" y="10370"/>
                    <a:pt x="1060443" y="18125"/>
                    <a:pt x="1343558" y="0"/>
                  </a:cubicBezTo>
                  <a:cubicBezTo>
                    <a:pt x="1626673" y="-18125"/>
                    <a:pt x="1828779" y="-21224"/>
                    <a:pt x="1985554" y="0"/>
                  </a:cubicBezTo>
                  <a:cubicBezTo>
                    <a:pt x="2008049" y="129306"/>
                    <a:pt x="2006242" y="360662"/>
                    <a:pt x="1985554" y="455232"/>
                  </a:cubicBezTo>
                  <a:cubicBezTo>
                    <a:pt x="1964866" y="549802"/>
                    <a:pt x="1979526" y="795430"/>
                    <a:pt x="1985554" y="948401"/>
                  </a:cubicBezTo>
                  <a:cubicBezTo>
                    <a:pt x="1665162" y="942696"/>
                    <a:pt x="1514004" y="947207"/>
                    <a:pt x="1323703" y="948401"/>
                  </a:cubicBezTo>
                  <a:cubicBezTo>
                    <a:pt x="1133402" y="949595"/>
                    <a:pt x="975717" y="951554"/>
                    <a:pt x="661851" y="948401"/>
                  </a:cubicBezTo>
                  <a:cubicBezTo>
                    <a:pt x="347985" y="945248"/>
                    <a:pt x="226441" y="950044"/>
                    <a:pt x="0" y="948401"/>
                  </a:cubicBezTo>
                  <a:cubicBezTo>
                    <a:pt x="16669" y="708322"/>
                    <a:pt x="18852" y="565213"/>
                    <a:pt x="0" y="464716"/>
                  </a:cubicBezTo>
                  <a:cubicBezTo>
                    <a:pt x="-18852" y="364219"/>
                    <a:pt x="4707" y="17273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Drive better traffic to the website – Increase in Sales </a:t>
              </a:r>
              <a:endParaRPr/>
            </a:p>
          </p:txBody>
        </p:sp>
      </p:grpSp>
      <p:sp>
        <p:nvSpPr>
          <p:cNvPr id="298" name="Google Shape;298;p4"/>
          <p:cNvSpPr/>
          <p:nvPr/>
        </p:nvSpPr>
        <p:spPr>
          <a:xfrm>
            <a:off x="3239589" y="948401"/>
            <a:ext cx="1214845" cy="37107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5515983" y="944176"/>
            <a:ext cx="1214845" cy="37107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HOW?</a:t>
            </a:r>
            <a:endParaRPr/>
          </a:p>
        </p:txBody>
      </p:sp>
      <p:sp>
        <p:nvSpPr>
          <p:cNvPr id="300" name="Google Shape;300;p4"/>
          <p:cNvSpPr/>
          <p:nvPr/>
        </p:nvSpPr>
        <p:spPr>
          <a:xfrm>
            <a:off x="7836817" y="944176"/>
            <a:ext cx="1214845" cy="37107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301" name="Google Shape;301;p4"/>
          <p:cNvSpPr/>
          <p:nvPr/>
        </p:nvSpPr>
        <p:spPr>
          <a:xfrm>
            <a:off x="3679281" y="1332542"/>
            <a:ext cx="288296" cy="33065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5963561" y="1315254"/>
            <a:ext cx="288296" cy="33065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8300091" y="1332535"/>
            <a:ext cx="288296" cy="33065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dercoats - Nippon Paint India" id="304" name="Google Shape;30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02960" y="3445976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 txBox="1"/>
          <p:nvPr/>
        </p:nvSpPr>
        <p:spPr>
          <a:xfrm rot="-5400000">
            <a:off x="-2561993" y="2721113"/>
            <a:ext cx="6471423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Famous Campaigns by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the Competition -IPL</a:t>
            </a:r>
            <a:endParaRPr/>
          </a:p>
        </p:txBody>
      </p:sp>
      <p:grpSp>
        <p:nvGrpSpPr>
          <p:cNvPr id="310" name="Google Shape;310;p5"/>
          <p:cNvGrpSpPr/>
          <p:nvPr/>
        </p:nvGrpSpPr>
        <p:grpSpPr>
          <a:xfrm>
            <a:off x="1470815" y="-4512"/>
            <a:ext cx="3825916" cy="6580747"/>
            <a:chOff x="1777734" y="1697642"/>
            <a:chExt cx="3825916" cy="6580747"/>
          </a:xfrm>
        </p:grpSpPr>
        <p:pic>
          <p:nvPicPr>
            <p:cNvPr descr="Asian Paints (@asianpaints) | Twitter" id="311" name="Google Shape;31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41990" y="1697642"/>
              <a:ext cx="1831332" cy="18313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5"/>
            <p:cNvSpPr txBox="1"/>
            <p:nvPr/>
          </p:nvSpPr>
          <p:spPr>
            <a:xfrm>
              <a:off x="1815915" y="6682439"/>
              <a:ext cx="3787735" cy="1595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Special Jersey for the match with RCB 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Har rang Har Kisi ka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Any color one price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313" name="Google Shape;313;p5"/>
            <p:cNvSpPr txBox="1"/>
            <p:nvPr/>
          </p:nvSpPr>
          <p:spPr>
            <a:xfrm>
              <a:off x="1777734" y="3252092"/>
              <a:ext cx="3780731" cy="1980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#AsianPaintsHomeiswheretheheartis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Meet greet with Players 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#Hargharkuchkehtahai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AP Homes</a:t>
              </a:r>
              <a:endParaRPr/>
            </a:p>
            <a:p>
              <a:pPr indent="0" lvl="0" marL="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Target – East Market </a:t>
              </a:r>
              <a:endParaRPr/>
            </a:p>
          </p:txBody>
        </p:sp>
        <p:pic>
          <p:nvPicPr>
            <p:cNvPr descr="TBWA India | JSW Paints" id="314" name="Google Shape;31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81036" y="5131154"/>
              <a:ext cx="2501301" cy="14069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Nippon Paint India - YouTube" id="315" name="Google Shape;31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61560" y="-185620"/>
            <a:ext cx="1597561" cy="1597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 Institute of Management Raipur - Wikipedia" id="316" name="Google Shape;31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1541" y="5778260"/>
            <a:ext cx="1060459" cy="1079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5"/>
          <p:cNvCxnSpPr/>
          <p:nvPr/>
        </p:nvCxnSpPr>
        <p:spPr>
          <a:xfrm>
            <a:off x="5421086" y="352697"/>
            <a:ext cx="0" cy="5965433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lgDashDot"/>
            <a:miter lim="800000"/>
            <a:headEnd len="sm" w="sm" type="none"/>
            <a:tailEnd len="sm" w="sm" type="none"/>
          </a:ln>
        </p:spPr>
      </p:cxnSp>
      <p:graphicFrame>
        <p:nvGraphicFramePr>
          <p:cNvPr id="318" name="Google Shape;318;p5"/>
          <p:cNvGraphicFramePr/>
          <p:nvPr/>
        </p:nvGraphicFramePr>
        <p:xfrm>
          <a:off x="5589244" y="1826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{6789F5CE-FBBE-45CA-84EB-A0C9E3147C2E}</a:tableStyleId>
              </a:tblPr>
              <a:tblGrid>
                <a:gridCol w="1998625"/>
                <a:gridCol w="1529550"/>
                <a:gridCol w="1460650"/>
                <a:gridCol w="1484975"/>
              </a:tblGrid>
              <a:tr h="84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80425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000" u="none" cap="none" strike="noStrike">
                          <a:solidFill>
                            <a:schemeClr val="dk2"/>
                          </a:solidFill>
                          <a:latin typeface="Noto Sans SemiBold"/>
                          <a:ea typeface="Noto Sans SemiBold"/>
                          <a:cs typeface="Noto Sans SemiBold"/>
                          <a:sym typeface="Noto Sans SemiBold"/>
                        </a:rPr>
                        <a:t>Asian Paints</a:t>
                      </a:r>
                      <a:endParaRPr/>
                    </a:p>
                  </a:txBody>
                  <a:tcPr marT="280425" marB="0" marR="43225" marL="0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000" u="none" cap="none" strike="noStrike">
                          <a:solidFill>
                            <a:schemeClr val="dk2"/>
                          </a:solidFill>
                          <a:latin typeface="Noto Sans SemiBold"/>
                          <a:ea typeface="Noto Sans SemiBold"/>
                          <a:cs typeface="Noto Sans SemiBold"/>
                          <a:sym typeface="Noto Sans SemiBold"/>
                        </a:rPr>
                        <a:t>JSW Paints </a:t>
                      </a:r>
                      <a:endParaRPr/>
                    </a:p>
                  </a:txBody>
                  <a:tcPr marT="280425" marB="0" marR="43225" marL="0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2000" u="none" cap="none" strike="noStrike">
                          <a:solidFill>
                            <a:schemeClr val="dk2"/>
                          </a:solidFill>
                          <a:latin typeface="Noto Sans SemiBold"/>
                          <a:ea typeface="Noto Sans SemiBold"/>
                          <a:cs typeface="Noto Sans SemiBold"/>
                          <a:sym typeface="Noto Sans SemiBold"/>
                        </a:rPr>
                        <a:t>Nippon </a:t>
                      </a:r>
                      <a:endParaRPr/>
                    </a:p>
                  </a:txBody>
                  <a:tcPr marT="280425" marB="0" marR="43225" marL="0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chemeClr val="dk2"/>
                          </a:solidFill>
                          <a:latin typeface="Noto Sans SemiBold"/>
                          <a:ea typeface="Noto Sans SemiBold"/>
                          <a:cs typeface="Noto Sans SemiBold"/>
                          <a:sym typeface="Noto Sans SemiBold"/>
                        </a:rPr>
                        <a:t>Sponsoring Team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KKR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DC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CSK, RCB 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</a:tr>
              <a:tr h="84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chemeClr val="dk2"/>
                          </a:solidFill>
                          <a:latin typeface="Noto Sans SemiBold"/>
                          <a:ea typeface="Noto Sans SemiBold"/>
                          <a:cs typeface="Noto Sans SemiBold"/>
                          <a:sym typeface="Noto Sans SemiBold"/>
                        </a:rPr>
                        <a:t>Sponsored Part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Lead Trousers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Chest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CSK – Non-Leading Arm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RCB – Cap 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</a:tr>
              <a:tr h="84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IN" sz="1800" u="none" cap="none" strike="noStrike">
                          <a:solidFill>
                            <a:schemeClr val="dk2"/>
                          </a:solidFill>
                          <a:latin typeface="Noto Sans SemiBold"/>
                          <a:ea typeface="Noto Sans SemiBold"/>
                          <a:cs typeface="Noto Sans SemiBold"/>
                          <a:sym typeface="Noto Sans SemiBold"/>
                        </a:rPr>
                        <a:t>Famous Previous Year Campaign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Meet Greet with Players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#Embraceverycolour </a:t>
                      </a:r>
                      <a:endParaRPr/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IN" sz="1800" u="none" cap="none" strike="noStrike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#NipponpoduWhistlepodu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200050" marB="21625" marR="43225" marL="110350" anchor="ctr">
                    <a:lnL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  <a:solidFill>
                      <a:srgbClr val="ECEBEB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5"/>
          <p:cNvSpPr txBox="1"/>
          <p:nvPr/>
        </p:nvSpPr>
        <p:spPr>
          <a:xfrm>
            <a:off x="6666755" y="5778260"/>
            <a:ext cx="387798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IPL Sponsors </a:t>
            </a:r>
            <a:endParaRPr/>
          </a:p>
        </p:txBody>
      </p:sp>
      <p:sp>
        <p:nvSpPr>
          <p:cNvPr id="320" name="Google Shape;320;p5"/>
          <p:cNvSpPr txBox="1"/>
          <p:nvPr/>
        </p:nvSpPr>
        <p:spPr>
          <a:xfrm>
            <a:off x="5589244" y="233196"/>
            <a:ext cx="64737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IPL is plays an important role for marketing in Indian Annual Calendar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change – COVID’19 , Pushed in-stadium to in-home view.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Viewership of women has increased – Decorative Paints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6"/>
          <p:cNvPicPr preferRelativeResize="0"/>
          <p:nvPr/>
        </p:nvPicPr>
        <p:blipFill rotWithShape="1">
          <a:blip r:embed="rId3">
            <a:alphaModFix/>
          </a:blip>
          <a:srcRect b="0" l="17987" r="17955" t="0"/>
          <a:stretch/>
        </p:blipFill>
        <p:spPr>
          <a:xfrm>
            <a:off x="14288" y="4617352"/>
            <a:ext cx="2238375" cy="222139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"/>
          <p:cNvSpPr/>
          <p:nvPr/>
        </p:nvSpPr>
        <p:spPr>
          <a:xfrm>
            <a:off x="233424" y="1541330"/>
            <a:ext cx="7694023" cy="301507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2E75B6"/>
            </a:solidFill>
            <a:prstDash val="lg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 txBox="1"/>
          <p:nvPr/>
        </p:nvSpPr>
        <p:spPr>
          <a:xfrm>
            <a:off x="1466471" y="-29408"/>
            <a:ext cx="92590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Improving Engagement in Social Media</a:t>
            </a:r>
            <a:endParaRPr/>
          </a:p>
        </p:txBody>
      </p:sp>
      <p:grpSp>
        <p:nvGrpSpPr>
          <p:cNvPr id="328" name="Google Shape;328;p6"/>
          <p:cNvGrpSpPr/>
          <p:nvPr/>
        </p:nvGrpSpPr>
        <p:grpSpPr>
          <a:xfrm>
            <a:off x="207107" y="1543857"/>
            <a:ext cx="7720340" cy="2796279"/>
            <a:chOff x="174805" y="1104080"/>
            <a:chExt cx="7720340" cy="2997417"/>
          </a:xfrm>
        </p:grpSpPr>
        <p:sp>
          <p:nvSpPr>
            <p:cNvPr id="329" name="Google Shape;329;p6"/>
            <p:cNvSpPr txBox="1"/>
            <p:nvPr/>
          </p:nvSpPr>
          <p:spPr>
            <a:xfrm>
              <a:off x="5280198" y="1565962"/>
              <a:ext cx="2614947" cy="2535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Favoriting your Tweet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Retweeting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Mentioning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Tweets with GIFS – 55% more engagement </a:t>
              </a:r>
              <a:endParaRPr/>
            </a:p>
          </p:txBody>
        </p:sp>
        <p:sp>
          <p:nvSpPr>
            <p:cNvPr id="330" name="Google Shape;330;p6"/>
            <p:cNvSpPr txBox="1"/>
            <p:nvPr/>
          </p:nvSpPr>
          <p:spPr>
            <a:xfrm>
              <a:off x="5802713" y="1104080"/>
              <a:ext cx="1091324" cy="461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chemeClr val="accent1"/>
                  </a:solidFill>
                  <a:latin typeface="Noto Sans"/>
                  <a:ea typeface="Noto Sans"/>
                  <a:cs typeface="Noto Sans"/>
                  <a:sym typeface="Noto Sans"/>
                </a:rPr>
                <a:t>Twitter</a:t>
              </a:r>
              <a:r>
                <a:rPr lang="en-IN" sz="2200">
                  <a:solidFill>
                    <a:schemeClr val="accent1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endParaRPr/>
            </a:p>
          </p:txBody>
        </p:sp>
        <p:sp>
          <p:nvSpPr>
            <p:cNvPr id="331" name="Google Shape;331;p6"/>
            <p:cNvSpPr txBox="1"/>
            <p:nvPr/>
          </p:nvSpPr>
          <p:spPr>
            <a:xfrm>
              <a:off x="174805" y="1568671"/>
              <a:ext cx="2426837" cy="2365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Use Stickers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Question Stickers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Tags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Reels engagement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Hashtags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Time to post  </a:t>
              </a:r>
              <a:endParaRPr/>
            </a:p>
          </p:txBody>
        </p:sp>
        <p:sp>
          <p:nvSpPr>
            <p:cNvPr id="332" name="Google Shape;332;p6"/>
            <p:cNvSpPr txBox="1"/>
            <p:nvPr/>
          </p:nvSpPr>
          <p:spPr>
            <a:xfrm>
              <a:off x="508441" y="1104081"/>
              <a:ext cx="1414875" cy="461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chemeClr val="accent1"/>
                  </a:solidFill>
                  <a:latin typeface="Noto Sans"/>
                  <a:ea typeface="Noto Sans"/>
                  <a:cs typeface="Noto Sans"/>
                  <a:sym typeface="Noto Sans"/>
                </a:rPr>
                <a:t>Instagram</a:t>
              </a:r>
              <a:r>
                <a:rPr lang="en-IN" sz="2200">
                  <a:solidFill>
                    <a:schemeClr val="accent1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endParaRPr/>
            </a:p>
          </p:txBody>
        </p:sp>
        <p:sp>
          <p:nvSpPr>
            <p:cNvPr id="333" name="Google Shape;333;p6"/>
            <p:cNvSpPr txBox="1"/>
            <p:nvPr/>
          </p:nvSpPr>
          <p:spPr>
            <a:xfrm>
              <a:off x="2601643" y="1565962"/>
              <a:ext cx="2678556" cy="1980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Badges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Use Post reactions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Create Eagerness (“One in 1000 can do this”) </a:t>
              </a:r>
              <a:endParaRPr/>
            </a:p>
            <a:p>
              <a:pPr indent="-285750" lvl="0" marL="285750" marR="0" rtl="0" algn="l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"/>
                <a:buChar char="-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Time to post </a:t>
              </a:r>
              <a:endParaRPr/>
            </a:p>
          </p:txBody>
        </p:sp>
        <p:sp>
          <p:nvSpPr>
            <p:cNvPr id="334" name="Google Shape;334;p6"/>
            <p:cNvSpPr txBox="1"/>
            <p:nvPr/>
          </p:nvSpPr>
          <p:spPr>
            <a:xfrm>
              <a:off x="2924840" y="1104081"/>
              <a:ext cx="1361591" cy="461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chemeClr val="accent1"/>
                  </a:solidFill>
                  <a:latin typeface="Noto Sans"/>
                  <a:ea typeface="Noto Sans"/>
                  <a:cs typeface="Noto Sans"/>
                  <a:sym typeface="Noto Sans"/>
                </a:rPr>
                <a:t>Facebook</a:t>
              </a:r>
              <a:r>
                <a:rPr lang="en-IN" sz="2200">
                  <a:solidFill>
                    <a:schemeClr val="accent1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endParaRPr/>
            </a:p>
          </p:txBody>
        </p:sp>
      </p:grpSp>
      <p:pic>
        <p:nvPicPr>
          <p:cNvPr descr="Nippon Paint India - YouTube" id="335" name="Google Shape;3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1560" y="-185620"/>
            <a:ext cx="1597561" cy="1597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 Institute of Management Raipur - Wikipedia" id="336" name="Google Shape;33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1541" y="5778260"/>
            <a:ext cx="1060459" cy="107974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6"/>
          <p:cNvSpPr txBox="1"/>
          <p:nvPr/>
        </p:nvSpPr>
        <p:spPr>
          <a:xfrm>
            <a:off x="1591769" y="883477"/>
            <a:ext cx="7604482" cy="455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"/>
              <a:buChar char="-"/>
            </a:pPr>
            <a:r>
              <a:rPr b="1" lang="en-IN" sz="22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Ideal Time : </a:t>
            </a:r>
            <a:r>
              <a:rPr lang="en-IN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IN" sz="1800">
                <a:solidFill>
                  <a:srgbClr val="2E75B6"/>
                </a:solidFill>
                <a:latin typeface="Noto Sans"/>
                <a:ea typeface="Noto Sans"/>
                <a:cs typeface="Noto Sans"/>
                <a:sym typeface="Noto Sans"/>
              </a:rPr>
              <a:t>Posting</a:t>
            </a:r>
            <a:r>
              <a:rPr lang="en-IN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: 12:00PM to 3PM    </a:t>
            </a:r>
            <a:r>
              <a:rPr lang="en-IN" sz="1800">
                <a:solidFill>
                  <a:srgbClr val="2E75B6"/>
                </a:solidFill>
                <a:latin typeface="Noto Sans"/>
                <a:ea typeface="Noto Sans"/>
                <a:cs typeface="Noto Sans"/>
                <a:sym typeface="Noto Sans"/>
              </a:rPr>
              <a:t>Reposting</a:t>
            </a:r>
            <a:r>
              <a:rPr lang="en-IN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: 12:00PM to 6PM</a:t>
            </a:r>
            <a:endParaRPr/>
          </a:p>
        </p:txBody>
      </p:sp>
      <p:grpSp>
        <p:nvGrpSpPr>
          <p:cNvPr id="338" name="Google Shape;338;p6"/>
          <p:cNvGrpSpPr/>
          <p:nvPr/>
        </p:nvGrpSpPr>
        <p:grpSpPr>
          <a:xfrm>
            <a:off x="8540008" y="1524669"/>
            <a:ext cx="3065385" cy="3034268"/>
            <a:chOff x="6646416" y="284483"/>
            <a:chExt cx="3065385" cy="2566401"/>
          </a:xfrm>
        </p:grpSpPr>
        <p:sp>
          <p:nvSpPr>
            <p:cNvPr id="339" name="Google Shape;339;p6"/>
            <p:cNvSpPr txBox="1"/>
            <p:nvPr/>
          </p:nvSpPr>
          <p:spPr>
            <a:xfrm>
              <a:off x="6782797" y="952800"/>
              <a:ext cx="2877594" cy="1898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Creating Hashtags </a:t>
              </a:r>
              <a:endParaRPr/>
            </a:p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Running Campaigns </a:t>
              </a:r>
              <a:endParaRPr/>
            </a:p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Defining &amp; Refining a Particular Strategy </a:t>
              </a: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6663356" y="300713"/>
              <a:ext cx="3048445" cy="2501327"/>
            </a:xfrm>
            <a:prstGeom prst="rect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6646416" y="284483"/>
              <a:ext cx="3048445" cy="626513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Engagement Improvement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6"/>
          <p:cNvGrpSpPr/>
          <p:nvPr/>
        </p:nvGrpSpPr>
        <p:grpSpPr>
          <a:xfrm>
            <a:off x="2602378" y="4854380"/>
            <a:ext cx="8370421" cy="1890979"/>
            <a:chOff x="6663356" y="300713"/>
            <a:chExt cx="3048445" cy="2712695"/>
          </a:xfrm>
        </p:grpSpPr>
        <p:sp>
          <p:nvSpPr>
            <p:cNvPr id="343" name="Google Shape;343;p6"/>
            <p:cNvSpPr txBox="1"/>
            <p:nvPr/>
          </p:nvSpPr>
          <p:spPr>
            <a:xfrm>
              <a:off x="6782797" y="952800"/>
              <a:ext cx="2877594" cy="2060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Decorative Paints - Home Décor </a:t>
              </a:r>
              <a:endParaRPr/>
            </a:p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WFH Need - Home Ambience given more importance </a:t>
              </a:r>
              <a:endParaRPr/>
            </a:p>
            <a:p>
              <a:pPr indent="-342900" lvl="0" marL="34290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ourier New"/>
                <a:buChar char="o"/>
              </a:pPr>
              <a:r>
                <a:rPr lang="en-IN" sz="22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The Usage of Digital Media Boosted much – B2C can help </a:t>
              </a: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6663356" y="300714"/>
              <a:ext cx="3048445" cy="2650694"/>
            </a:xfrm>
            <a:prstGeom prst="rect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6663356" y="300713"/>
              <a:ext cx="3048445" cy="626513"/>
            </a:xfrm>
            <a:prstGeom prst="rect">
              <a:avLst/>
            </a:prstGeom>
            <a:solidFill>
              <a:srgbClr val="2E75B6"/>
            </a:solidFill>
            <a:ln cap="flat" cmpd="sng" w="1270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Paint Industry – Expectations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ppon Paint India - YouTube" id="350" name="Google Shape;3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6792" y="-121669"/>
            <a:ext cx="1533160" cy="153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 Institute of Management Raipur - Wikipedia" id="351" name="Google Shape;3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1541" y="5778260"/>
            <a:ext cx="1060459" cy="1079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7"/>
          <p:cNvSpPr txBox="1"/>
          <p:nvPr/>
        </p:nvSpPr>
        <p:spPr>
          <a:xfrm>
            <a:off x="543287" y="169817"/>
            <a:ext cx="1074302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The Social Media Post and Ad Analysis</a:t>
            </a:r>
            <a:endParaRPr/>
          </a:p>
        </p:txBody>
      </p:sp>
      <p:grpSp>
        <p:nvGrpSpPr>
          <p:cNvPr id="353" name="Google Shape;353;p7"/>
          <p:cNvGrpSpPr/>
          <p:nvPr/>
        </p:nvGrpSpPr>
        <p:grpSpPr>
          <a:xfrm>
            <a:off x="177527" y="1599058"/>
            <a:ext cx="3522022" cy="5195477"/>
            <a:chOff x="177527" y="1702977"/>
            <a:chExt cx="3522022" cy="5195477"/>
          </a:xfrm>
        </p:grpSpPr>
        <p:sp>
          <p:nvSpPr>
            <p:cNvPr id="354" name="Google Shape;354;p7"/>
            <p:cNvSpPr/>
            <p:nvPr/>
          </p:nvSpPr>
          <p:spPr>
            <a:xfrm>
              <a:off x="177527" y="1702977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Music &amp; Colours </a:t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198299" y="4354645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Characters Used </a:t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2007549" y="3028811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Expressions </a:t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2007549" y="5710454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Functional Emotional  Benefits </a:t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177527" y="3028811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Ad objective </a:t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177527" y="5710454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Desired Change </a:t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1973309" y="1702977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Key Constraint</a:t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2007549" y="4354645"/>
              <a:ext cx="1692000" cy="1188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Improvement</a:t>
              </a:r>
              <a:endParaRPr/>
            </a:p>
          </p:txBody>
        </p:sp>
      </p:grpSp>
      <p:cxnSp>
        <p:nvCxnSpPr>
          <p:cNvPr id="362" name="Google Shape;362;p7"/>
          <p:cNvCxnSpPr/>
          <p:nvPr/>
        </p:nvCxnSpPr>
        <p:spPr>
          <a:xfrm>
            <a:off x="1973309" y="1280160"/>
            <a:ext cx="2076177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lgDashDot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7"/>
          <p:cNvCxnSpPr/>
          <p:nvPr/>
        </p:nvCxnSpPr>
        <p:spPr>
          <a:xfrm>
            <a:off x="4049486" y="1280160"/>
            <a:ext cx="0" cy="5514375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lgDashDot"/>
            <a:miter lim="800000"/>
            <a:headEnd len="sm" w="sm" type="none"/>
            <a:tailEnd len="sm" w="sm" type="none"/>
          </a:ln>
        </p:spPr>
      </p:cxnSp>
      <p:sp>
        <p:nvSpPr>
          <p:cNvPr id="364" name="Google Shape;364;p7"/>
          <p:cNvSpPr txBox="1"/>
          <p:nvPr/>
        </p:nvSpPr>
        <p:spPr>
          <a:xfrm>
            <a:off x="4452258" y="1411491"/>
            <a:ext cx="738051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800"/>
              <a:buFont typeface="Arial"/>
              <a:buChar char="•"/>
            </a:pPr>
            <a:r>
              <a:rPr b="1" i="1" lang="en-IN" sz="18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The Ad Analysis - Key Insights 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target audience of the particular Advertisement can be gauged . 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Digital World helps in target specific Customers 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TVC – Large Audience; the sales Funnel Ratio becomes Very less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Nippon Paint Blobby is been used – Attracts people.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IN" sz="18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The Social Media Post Analysis – Key Insights  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Marketing Campaigns are Target Specific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engagement is measured using likes, comments, shares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competitors ratios are better indicating 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 Followers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presence of CTA’s are not found. 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" name="Google Shape;365;p7"/>
          <p:cNvGraphicFramePr/>
          <p:nvPr/>
        </p:nvGraphicFramePr>
        <p:xfrm>
          <a:off x="5775726" y="487429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{6789F5CE-FBBE-45CA-84EB-A0C9E3147C2E}</a:tableStyleId>
              </a:tblPr>
              <a:tblGrid>
                <a:gridCol w="1301200"/>
                <a:gridCol w="4036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2E75B6"/>
                          </a:solidFill>
                        </a:rPr>
                        <a:t>Facebook 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The Engagement Ratio is Optimum. Dead Followers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2E75B6"/>
                          </a:solidFill>
                        </a:rPr>
                        <a:t>Instagram 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The Competitors pages have better engagement follower ratios .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rgbClr val="2E75B6"/>
                          </a:solidFill>
                        </a:rPr>
                        <a:t>Twitter </a:t>
                      </a:r>
                      <a:endParaRPr/>
                    </a:p>
                  </a:txBody>
                  <a:tcPr marT="45725" marB="45725" marR="91450" marL="91450" anchor="ctr"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Break during a period. The Engagement is much better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7"/>
          <p:cNvSpPr txBox="1"/>
          <p:nvPr/>
        </p:nvSpPr>
        <p:spPr>
          <a:xfrm>
            <a:off x="4332898" y="5404081"/>
            <a:ext cx="143373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IPL Digital Media Marketing </a:t>
            </a:r>
            <a:endParaRPr/>
          </a:p>
        </p:txBody>
      </p:sp>
      <p:cxnSp>
        <p:nvCxnSpPr>
          <p:cNvPr id="367" name="Google Shape;367;p7"/>
          <p:cNvCxnSpPr/>
          <p:nvPr/>
        </p:nvCxnSpPr>
        <p:spPr>
          <a:xfrm>
            <a:off x="4332898" y="4545874"/>
            <a:ext cx="7593491" cy="0"/>
          </a:xfrm>
          <a:prstGeom prst="straightConnector1">
            <a:avLst/>
          </a:prstGeom>
          <a:noFill/>
          <a:ln cap="flat" cmpd="sng" w="28575">
            <a:solidFill>
              <a:srgbClr val="2E75B6"/>
            </a:solidFill>
            <a:prstDash val="lgDashDot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ey Keywords, How to Choose Keywords | Roaring Pajamas" id="372" name="Google Shape;372;p8"/>
          <p:cNvPicPr preferRelativeResize="0"/>
          <p:nvPr/>
        </p:nvPicPr>
        <p:blipFill rotWithShape="1">
          <a:blip r:embed="rId3">
            <a:alphaModFix/>
          </a:blip>
          <a:srcRect b="10095" l="0" r="0" t="12086"/>
          <a:stretch/>
        </p:blipFill>
        <p:spPr>
          <a:xfrm>
            <a:off x="126595" y="1559381"/>
            <a:ext cx="4885857" cy="212973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8"/>
          <p:cNvSpPr txBox="1"/>
          <p:nvPr/>
        </p:nvSpPr>
        <p:spPr>
          <a:xfrm>
            <a:off x="8002003" y="4944667"/>
            <a:ext cx="3319512" cy="1200329"/>
          </a:xfrm>
          <a:prstGeom prst="rect">
            <a:avLst/>
          </a:prstGeom>
          <a:noFill/>
          <a:ln cap="flat" cmpd="sng" w="28575">
            <a:solidFill>
              <a:srgbClr val="2E75B6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SEO Problems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Absence of Meta Description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Robots.txt valid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 are not Crawlable  </a:t>
            </a:r>
            <a:endParaRPr/>
          </a:p>
        </p:txBody>
      </p:sp>
      <p:pic>
        <p:nvPicPr>
          <p:cNvPr descr="Nippon Paint India - YouTube" id="374" name="Google Shape;3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1222" y="-261444"/>
            <a:ext cx="1597561" cy="1597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 Institute of Management Raipur - Wikipedia" id="375" name="Google Shape;3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70528" y="5730946"/>
            <a:ext cx="1060459" cy="10797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8"/>
          <p:cNvGrpSpPr/>
          <p:nvPr/>
        </p:nvGrpSpPr>
        <p:grpSpPr>
          <a:xfrm>
            <a:off x="8002003" y="1884727"/>
            <a:ext cx="3340707" cy="2719872"/>
            <a:chOff x="800219" y="1537441"/>
            <a:chExt cx="3340707" cy="2719872"/>
          </a:xfrm>
        </p:grpSpPr>
        <p:sp>
          <p:nvSpPr>
            <p:cNvPr id="377" name="Google Shape;377;p8"/>
            <p:cNvSpPr/>
            <p:nvPr/>
          </p:nvSpPr>
          <p:spPr>
            <a:xfrm>
              <a:off x="800219" y="1537441"/>
              <a:ext cx="3340707" cy="2719872"/>
            </a:xfrm>
            <a:custGeom>
              <a:rect b="b" l="l" r="r" t="t"/>
              <a:pathLst>
                <a:path extrusionOk="0" fill="none" h="2719872" w="3340707">
                  <a:moveTo>
                    <a:pt x="0" y="0"/>
                  </a:moveTo>
                  <a:cubicBezTo>
                    <a:pt x="127298" y="13363"/>
                    <a:pt x="364026" y="9307"/>
                    <a:pt x="567920" y="0"/>
                  </a:cubicBezTo>
                  <a:cubicBezTo>
                    <a:pt x="771814" y="-9307"/>
                    <a:pt x="890544" y="-20031"/>
                    <a:pt x="1202655" y="0"/>
                  </a:cubicBezTo>
                  <a:cubicBezTo>
                    <a:pt x="1514766" y="20031"/>
                    <a:pt x="1633069" y="-5229"/>
                    <a:pt x="1837389" y="0"/>
                  </a:cubicBezTo>
                  <a:cubicBezTo>
                    <a:pt x="2041709" y="5229"/>
                    <a:pt x="2264004" y="-27209"/>
                    <a:pt x="2438716" y="0"/>
                  </a:cubicBezTo>
                  <a:cubicBezTo>
                    <a:pt x="2613428" y="27209"/>
                    <a:pt x="2910119" y="-35054"/>
                    <a:pt x="3340707" y="0"/>
                  </a:cubicBezTo>
                  <a:cubicBezTo>
                    <a:pt x="3333679" y="299799"/>
                    <a:pt x="3348270" y="471436"/>
                    <a:pt x="3340707" y="707167"/>
                  </a:cubicBezTo>
                  <a:cubicBezTo>
                    <a:pt x="3333144" y="942898"/>
                    <a:pt x="3343544" y="1259095"/>
                    <a:pt x="3340707" y="1441532"/>
                  </a:cubicBezTo>
                  <a:cubicBezTo>
                    <a:pt x="3337870" y="1623970"/>
                    <a:pt x="3315065" y="1892938"/>
                    <a:pt x="3340707" y="2067103"/>
                  </a:cubicBezTo>
                  <a:cubicBezTo>
                    <a:pt x="3366349" y="2241268"/>
                    <a:pt x="3343381" y="2578586"/>
                    <a:pt x="3340707" y="2719872"/>
                  </a:cubicBezTo>
                  <a:cubicBezTo>
                    <a:pt x="3125158" y="2717708"/>
                    <a:pt x="2842086" y="2688246"/>
                    <a:pt x="2672566" y="2719872"/>
                  </a:cubicBezTo>
                  <a:cubicBezTo>
                    <a:pt x="2503046" y="2751498"/>
                    <a:pt x="2343725" y="2705963"/>
                    <a:pt x="2071238" y="2719872"/>
                  </a:cubicBezTo>
                  <a:cubicBezTo>
                    <a:pt x="1798751" y="2733781"/>
                    <a:pt x="1719508" y="2715006"/>
                    <a:pt x="1436504" y="2719872"/>
                  </a:cubicBezTo>
                  <a:cubicBezTo>
                    <a:pt x="1153500" y="2724738"/>
                    <a:pt x="987644" y="2710545"/>
                    <a:pt x="768363" y="2719872"/>
                  </a:cubicBezTo>
                  <a:cubicBezTo>
                    <a:pt x="549082" y="2729199"/>
                    <a:pt x="345834" y="2698720"/>
                    <a:pt x="0" y="2719872"/>
                  </a:cubicBezTo>
                  <a:cubicBezTo>
                    <a:pt x="22119" y="2425748"/>
                    <a:pt x="-2394" y="2301996"/>
                    <a:pt x="0" y="2012705"/>
                  </a:cubicBezTo>
                  <a:cubicBezTo>
                    <a:pt x="2394" y="1723414"/>
                    <a:pt x="12103" y="1542046"/>
                    <a:pt x="0" y="1278340"/>
                  </a:cubicBezTo>
                  <a:cubicBezTo>
                    <a:pt x="-12103" y="1014634"/>
                    <a:pt x="-24922" y="820482"/>
                    <a:pt x="0" y="598372"/>
                  </a:cubicBezTo>
                  <a:cubicBezTo>
                    <a:pt x="24922" y="376262"/>
                    <a:pt x="-26682" y="154168"/>
                    <a:pt x="0" y="0"/>
                  </a:cubicBezTo>
                  <a:close/>
                </a:path>
                <a:path extrusionOk="0" h="2719872" w="3340707">
                  <a:moveTo>
                    <a:pt x="0" y="0"/>
                  </a:moveTo>
                  <a:cubicBezTo>
                    <a:pt x="295595" y="-18698"/>
                    <a:pt x="363548" y="-21075"/>
                    <a:pt x="668141" y="0"/>
                  </a:cubicBezTo>
                  <a:cubicBezTo>
                    <a:pt x="972734" y="21075"/>
                    <a:pt x="1106505" y="12068"/>
                    <a:pt x="1336283" y="0"/>
                  </a:cubicBezTo>
                  <a:cubicBezTo>
                    <a:pt x="1566061" y="-12068"/>
                    <a:pt x="1741977" y="990"/>
                    <a:pt x="1904203" y="0"/>
                  </a:cubicBezTo>
                  <a:cubicBezTo>
                    <a:pt x="2066429" y="-990"/>
                    <a:pt x="2362207" y="-17938"/>
                    <a:pt x="2605751" y="0"/>
                  </a:cubicBezTo>
                  <a:cubicBezTo>
                    <a:pt x="2849295" y="17938"/>
                    <a:pt x="3027026" y="6108"/>
                    <a:pt x="3340707" y="0"/>
                  </a:cubicBezTo>
                  <a:cubicBezTo>
                    <a:pt x="3328449" y="133976"/>
                    <a:pt x="3324144" y="371700"/>
                    <a:pt x="3340707" y="598372"/>
                  </a:cubicBezTo>
                  <a:cubicBezTo>
                    <a:pt x="3357270" y="825044"/>
                    <a:pt x="3319666" y="982338"/>
                    <a:pt x="3340707" y="1223942"/>
                  </a:cubicBezTo>
                  <a:cubicBezTo>
                    <a:pt x="3361749" y="1465546"/>
                    <a:pt x="3338532" y="1596390"/>
                    <a:pt x="3340707" y="1958308"/>
                  </a:cubicBezTo>
                  <a:cubicBezTo>
                    <a:pt x="3342882" y="2320226"/>
                    <a:pt x="3316731" y="2510500"/>
                    <a:pt x="3340707" y="2719872"/>
                  </a:cubicBezTo>
                  <a:cubicBezTo>
                    <a:pt x="3069791" y="2735078"/>
                    <a:pt x="3035189" y="2704013"/>
                    <a:pt x="2772787" y="2719872"/>
                  </a:cubicBezTo>
                  <a:cubicBezTo>
                    <a:pt x="2510385" y="2735731"/>
                    <a:pt x="2350320" y="2693341"/>
                    <a:pt x="2071238" y="2719872"/>
                  </a:cubicBezTo>
                  <a:cubicBezTo>
                    <a:pt x="1792156" y="2746403"/>
                    <a:pt x="1696743" y="2689707"/>
                    <a:pt x="1369690" y="2719872"/>
                  </a:cubicBezTo>
                  <a:cubicBezTo>
                    <a:pt x="1042637" y="2750037"/>
                    <a:pt x="1025397" y="2722817"/>
                    <a:pt x="701548" y="2719872"/>
                  </a:cubicBezTo>
                  <a:cubicBezTo>
                    <a:pt x="377699" y="2716927"/>
                    <a:pt x="234838" y="2711414"/>
                    <a:pt x="0" y="2719872"/>
                  </a:cubicBezTo>
                  <a:cubicBezTo>
                    <a:pt x="-15510" y="2445983"/>
                    <a:pt x="-3841" y="2279486"/>
                    <a:pt x="0" y="2012705"/>
                  </a:cubicBezTo>
                  <a:cubicBezTo>
                    <a:pt x="3841" y="1745924"/>
                    <a:pt x="-23507" y="1584100"/>
                    <a:pt x="0" y="1387135"/>
                  </a:cubicBezTo>
                  <a:cubicBezTo>
                    <a:pt x="23507" y="1190170"/>
                    <a:pt x="-14999" y="857121"/>
                    <a:pt x="0" y="652769"/>
                  </a:cubicBezTo>
                  <a:cubicBezTo>
                    <a:pt x="14999" y="448417"/>
                    <a:pt x="22042" y="18852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rgbClr val="2E75B6"/>
              </a:solidFill>
              <a:prstDash val="lg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8"/>
            <p:cNvSpPr txBox="1"/>
            <p:nvPr/>
          </p:nvSpPr>
          <p:spPr>
            <a:xfrm>
              <a:off x="1231294" y="1537441"/>
              <a:ext cx="23251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 u="sng">
                  <a:solidFill>
                    <a:srgbClr val="2E75B6"/>
                  </a:solidFill>
                  <a:latin typeface="Noto Sans SemiBold"/>
                  <a:ea typeface="Noto Sans SemiBold"/>
                  <a:cs typeface="Noto Sans SemiBold"/>
                  <a:sym typeface="Noto Sans SemiBold"/>
                </a:rPr>
                <a:t>Performance Metrics </a:t>
              </a:r>
              <a:endParaRPr/>
            </a:p>
          </p:txBody>
        </p:sp>
      </p:grpSp>
      <p:graphicFrame>
        <p:nvGraphicFramePr>
          <p:cNvPr id="379" name="Google Shape;379;p8"/>
          <p:cNvGraphicFramePr/>
          <p:nvPr/>
        </p:nvGraphicFramePr>
        <p:xfrm>
          <a:off x="8012595" y="23021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{6789F5CE-FBBE-45CA-84EB-A0C9E3147C2E}</a:tableStyleId>
              </a:tblPr>
              <a:tblGrid>
                <a:gridCol w="2435500"/>
                <a:gridCol w="1005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First Content Paint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9.8 s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Speed Index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21.9 s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Largest Content Paint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11.6 s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Time To interactive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25.5 s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Total Blocking Time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1680ms 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Cumulative Layout Shift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0.348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rgbClr val="7030A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80" name="Google Shape;380;p8"/>
          <p:cNvCxnSpPr/>
          <p:nvPr/>
        </p:nvCxnSpPr>
        <p:spPr>
          <a:xfrm>
            <a:off x="7686632" y="71407"/>
            <a:ext cx="49354" cy="668658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lgDashDot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8"/>
          <p:cNvSpPr txBox="1"/>
          <p:nvPr/>
        </p:nvSpPr>
        <p:spPr>
          <a:xfrm>
            <a:off x="541619" y="3801931"/>
            <a:ext cx="6726572" cy="2949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Keywords are selected based on the following parameters 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Relevance: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the relevance, Higher Priority.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Links: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Greater links generated more higher is the search result on google.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Competition: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keywords with lesser competition can help crawl more.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Volume (Popularity):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volume of the search should be higher. 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CPC: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Cost Per Click is higher for more demanding Keywords. </a:t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5295774" y="1563541"/>
            <a:ext cx="2060771" cy="2031325"/>
          </a:xfrm>
          <a:custGeom>
            <a:rect b="b" l="l" r="r" t="t"/>
            <a:pathLst>
              <a:path extrusionOk="0" h="2031325" w="2060771">
                <a:moveTo>
                  <a:pt x="0" y="0"/>
                </a:moveTo>
                <a:cubicBezTo>
                  <a:pt x="232114" y="-55372"/>
                  <a:pt x="345217" y="58938"/>
                  <a:pt x="515193" y="0"/>
                </a:cubicBezTo>
                <a:cubicBezTo>
                  <a:pt x="685169" y="-58938"/>
                  <a:pt x="848940" y="46974"/>
                  <a:pt x="1030386" y="0"/>
                </a:cubicBezTo>
                <a:cubicBezTo>
                  <a:pt x="1211832" y="-46974"/>
                  <a:pt x="1334176" y="38613"/>
                  <a:pt x="1524971" y="0"/>
                </a:cubicBezTo>
                <a:cubicBezTo>
                  <a:pt x="1715766" y="-38613"/>
                  <a:pt x="1828168" y="54346"/>
                  <a:pt x="2060771" y="0"/>
                </a:cubicBezTo>
                <a:cubicBezTo>
                  <a:pt x="2109694" y="202199"/>
                  <a:pt x="2007385" y="354621"/>
                  <a:pt x="2060771" y="507831"/>
                </a:cubicBezTo>
                <a:cubicBezTo>
                  <a:pt x="2114157" y="661041"/>
                  <a:pt x="2056102" y="858847"/>
                  <a:pt x="2060771" y="995349"/>
                </a:cubicBezTo>
                <a:cubicBezTo>
                  <a:pt x="2065440" y="1131851"/>
                  <a:pt x="2049237" y="1290887"/>
                  <a:pt x="2060771" y="1462554"/>
                </a:cubicBezTo>
                <a:cubicBezTo>
                  <a:pt x="2072305" y="1634222"/>
                  <a:pt x="2043881" y="1902337"/>
                  <a:pt x="2060771" y="2031325"/>
                </a:cubicBezTo>
                <a:cubicBezTo>
                  <a:pt x="1922221" y="2060876"/>
                  <a:pt x="1812686" y="2023427"/>
                  <a:pt x="1607401" y="2031325"/>
                </a:cubicBezTo>
                <a:cubicBezTo>
                  <a:pt x="1402116" y="2039223"/>
                  <a:pt x="1253649" y="1983874"/>
                  <a:pt x="1092209" y="2031325"/>
                </a:cubicBezTo>
                <a:cubicBezTo>
                  <a:pt x="930769" y="2078776"/>
                  <a:pt x="730160" y="1980197"/>
                  <a:pt x="638839" y="2031325"/>
                </a:cubicBezTo>
                <a:cubicBezTo>
                  <a:pt x="547518" y="2082453"/>
                  <a:pt x="233499" y="1976741"/>
                  <a:pt x="0" y="2031325"/>
                </a:cubicBezTo>
                <a:cubicBezTo>
                  <a:pt x="-4579" y="1806530"/>
                  <a:pt x="62586" y="1726787"/>
                  <a:pt x="0" y="1503181"/>
                </a:cubicBezTo>
                <a:cubicBezTo>
                  <a:pt x="-62586" y="1279575"/>
                  <a:pt x="46551" y="1128204"/>
                  <a:pt x="0" y="975036"/>
                </a:cubicBezTo>
                <a:cubicBezTo>
                  <a:pt x="-46551" y="821868"/>
                  <a:pt x="35695" y="648262"/>
                  <a:pt x="0" y="487518"/>
                </a:cubicBezTo>
                <a:cubicBezTo>
                  <a:pt x="-35695" y="326774"/>
                  <a:pt x="26285" y="171067"/>
                  <a:pt x="0" y="0"/>
                </a:cubicBezTo>
                <a:close/>
              </a:path>
            </a:pathLst>
          </a:custGeom>
          <a:noFill/>
          <a:ln cap="flat" cmpd="sng" w="28575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The Importance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 u="sng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Of Keywords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Traffic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Indexing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Crawling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Sales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Content  </a:t>
            </a:r>
            <a:endParaRPr/>
          </a:p>
        </p:txBody>
      </p:sp>
      <p:pic>
        <p:nvPicPr>
          <p:cNvPr id="383" name="Google Shape;3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1637" y="39773"/>
            <a:ext cx="3567603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8"/>
          <p:cNvSpPr txBox="1"/>
          <p:nvPr/>
        </p:nvSpPr>
        <p:spPr>
          <a:xfrm rot="5400000">
            <a:off x="9079710" y="2558913"/>
            <a:ext cx="547695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Problems with The Website  </a:t>
            </a:r>
            <a:endParaRPr/>
          </a:p>
        </p:txBody>
      </p:sp>
      <p:pic>
        <p:nvPicPr>
          <p:cNvPr id="385" name="Google Shape;38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3867" y="456479"/>
            <a:ext cx="1667975" cy="7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94185" y="537336"/>
            <a:ext cx="1914859" cy="788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36383" y="537336"/>
            <a:ext cx="1914860" cy="78884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8"/>
          <p:cNvSpPr txBox="1"/>
          <p:nvPr/>
        </p:nvSpPr>
        <p:spPr>
          <a:xfrm>
            <a:off x="1046360" y="12528"/>
            <a:ext cx="47774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The Keyword Choice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ippon Paint India - YouTube" id="393" name="Google Shape;3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1222" y="-261444"/>
            <a:ext cx="1597561" cy="1597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dian Institute of Management Raipur - Wikipedia" id="394" name="Google Shape;3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70528" y="5730946"/>
            <a:ext cx="1060459" cy="10797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9"/>
          <p:cNvSpPr txBox="1"/>
          <p:nvPr/>
        </p:nvSpPr>
        <p:spPr>
          <a:xfrm>
            <a:off x="248323" y="214170"/>
            <a:ext cx="75763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Recommendations </a:t>
            </a:r>
            <a:endParaRPr/>
          </a:p>
        </p:txBody>
      </p:sp>
      <p:grpSp>
        <p:nvGrpSpPr>
          <p:cNvPr id="396" name="Google Shape;396;p9"/>
          <p:cNvGrpSpPr/>
          <p:nvPr/>
        </p:nvGrpSpPr>
        <p:grpSpPr>
          <a:xfrm>
            <a:off x="8243050" y="1548400"/>
            <a:ext cx="3780742" cy="3681303"/>
            <a:chOff x="6646416" y="284483"/>
            <a:chExt cx="3065385" cy="2517557"/>
          </a:xfrm>
        </p:grpSpPr>
        <p:sp>
          <p:nvSpPr>
            <p:cNvPr id="397" name="Google Shape;397;p9"/>
            <p:cNvSpPr txBox="1"/>
            <p:nvPr/>
          </p:nvSpPr>
          <p:spPr>
            <a:xfrm>
              <a:off x="6782797" y="952800"/>
              <a:ext cx="2877594" cy="1604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Use Long Tail Keywords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Faster And Mobile Friendly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Use Meta-Descriptions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Reduce Bounce Rates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Use Alt Text for Images </a:t>
              </a:r>
              <a:endParaRPr/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6663356" y="300713"/>
              <a:ext cx="3048445" cy="2501327"/>
            </a:xfrm>
            <a:prstGeom prst="rect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6646416" y="284483"/>
              <a:ext cx="3048445" cy="626513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Website &amp; SEO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9"/>
          <p:cNvGrpSpPr/>
          <p:nvPr/>
        </p:nvGrpSpPr>
        <p:grpSpPr>
          <a:xfrm>
            <a:off x="4205629" y="1548400"/>
            <a:ext cx="3780742" cy="4246734"/>
            <a:chOff x="6646416" y="284483"/>
            <a:chExt cx="3065385" cy="2904242"/>
          </a:xfrm>
        </p:grpSpPr>
        <p:sp>
          <p:nvSpPr>
            <p:cNvPr id="401" name="Google Shape;401;p9"/>
            <p:cNvSpPr txBox="1"/>
            <p:nvPr/>
          </p:nvSpPr>
          <p:spPr>
            <a:xfrm>
              <a:off x="6782797" y="952800"/>
              <a:ext cx="2877594" cy="2235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Use Call to Actions.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Reposting and Retweets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Proper Patterned Profiles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Proper Choice – Hashtags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Link Building – Website  </a:t>
              </a:r>
              <a:endParaRPr/>
            </a:p>
            <a:p>
              <a:pPr indent="-2286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-2286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6663356" y="300713"/>
              <a:ext cx="3048445" cy="2501327"/>
            </a:xfrm>
            <a:prstGeom prst="rect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6646416" y="284483"/>
              <a:ext cx="3048445" cy="626513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Social Media Posts </a:t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9"/>
          <p:cNvGrpSpPr/>
          <p:nvPr/>
        </p:nvGrpSpPr>
        <p:grpSpPr>
          <a:xfrm>
            <a:off x="189101" y="1548400"/>
            <a:ext cx="3780742" cy="3785067"/>
            <a:chOff x="6646416" y="284483"/>
            <a:chExt cx="3065385" cy="2588519"/>
          </a:xfrm>
        </p:grpSpPr>
        <p:sp>
          <p:nvSpPr>
            <p:cNvPr id="405" name="Google Shape;405;p9"/>
            <p:cNvSpPr txBox="1"/>
            <p:nvPr/>
          </p:nvSpPr>
          <p:spPr>
            <a:xfrm>
              <a:off x="6748781" y="952800"/>
              <a:ext cx="2877594" cy="1920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Emphasize on the emotions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The functional benefits - Use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Colors Chosen – Pleasant </a:t>
              </a:r>
              <a:endParaRPr/>
            </a:p>
            <a:p>
              <a:pPr indent="-3429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Char char="o"/>
              </a:pPr>
              <a:r>
                <a:rPr lang="en-IN" sz="18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  <a:t>Using Celebrities  to get better reach </a:t>
              </a:r>
              <a:endParaRPr/>
            </a:p>
            <a:p>
              <a:pPr indent="-228600" lvl="0" marL="34290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6663356" y="300713"/>
              <a:ext cx="3048445" cy="2501327"/>
            </a:xfrm>
            <a:prstGeom prst="rect">
              <a:avLst/>
            </a:prstGeom>
            <a:noFill/>
            <a:ln cap="flat" cmpd="sng" w="57150">
              <a:solidFill>
                <a:srgbClr val="2E75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6646416" y="284483"/>
              <a:ext cx="3048445" cy="626513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TVC and YouTube Ads 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0"/>
          <p:cNvGrpSpPr/>
          <p:nvPr/>
        </p:nvGrpSpPr>
        <p:grpSpPr>
          <a:xfrm>
            <a:off x="-855784" y="-552935"/>
            <a:ext cx="13932000" cy="8053776"/>
            <a:chOff x="-597370" y="-393904"/>
            <a:chExt cx="13398972" cy="7745642"/>
          </a:xfrm>
        </p:grpSpPr>
        <p:grpSp>
          <p:nvGrpSpPr>
            <p:cNvPr id="413" name="Google Shape;413;p10"/>
            <p:cNvGrpSpPr/>
            <p:nvPr/>
          </p:nvGrpSpPr>
          <p:grpSpPr>
            <a:xfrm rot="10800000">
              <a:off x="-597370" y="-328896"/>
              <a:ext cx="3312000" cy="7355226"/>
              <a:chOff x="-528478" y="549275"/>
              <a:chExt cx="2916078" cy="6475971"/>
            </a:xfrm>
          </p:grpSpPr>
          <p:grpSp>
            <p:nvGrpSpPr>
              <p:cNvPr id="414" name="Google Shape;414;p10"/>
              <p:cNvGrpSpPr/>
              <p:nvPr/>
            </p:nvGrpSpPr>
            <p:grpSpPr>
              <a:xfrm>
                <a:off x="-288577" y="549275"/>
                <a:ext cx="2676177" cy="2049196"/>
                <a:chOff x="4879357" y="-511351"/>
                <a:chExt cx="2676829" cy="2048905"/>
              </a:xfrm>
            </p:grpSpPr>
            <p:sp>
              <p:nvSpPr>
                <p:cNvPr id="415" name="Google Shape;415;p10"/>
                <p:cNvSpPr/>
                <p:nvPr/>
              </p:nvSpPr>
              <p:spPr>
                <a:xfrm>
                  <a:off x="5251886" y="-511351"/>
                  <a:ext cx="1847281" cy="1962496"/>
                </a:xfrm>
                <a:custGeom>
                  <a:rect b="b" l="l" r="r" t="t"/>
                  <a:pathLst>
                    <a:path extrusionOk="0" h="4506" w="4244">
                      <a:moveTo>
                        <a:pt x="3895" y="1366"/>
                      </a:moveTo>
                      <a:lnTo>
                        <a:pt x="2665" y="1366"/>
                      </a:lnTo>
                      <a:cubicBezTo>
                        <a:pt x="2524" y="1366"/>
                        <a:pt x="2410" y="1251"/>
                        <a:pt x="2410" y="1111"/>
                      </a:cubicBezTo>
                      <a:cubicBezTo>
                        <a:pt x="2410" y="970"/>
                        <a:pt x="2524" y="855"/>
                        <a:pt x="2665" y="855"/>
                      </a:cubicBezTo>
                      <a:lnTo>
                        <a:pt x="2965" y="855"/>
                      </a:lnTo>
                      <a:cubicBezTo>
                        <a:pt x="3202" y="855"/>
                        <a:pt x="3394" y="664"/>
                        <a:pt x="3394" y="427"/>
                      </a:cubicBezTo>
                      <a:cubicBezTo>
                        <a:pt x="3394" y="192"/>
                        <a:pt x="3202" y="0"/>
                        <a:pt x="2965" y="0"/>
                      </a:cubicBezTo>
                      <a:lnTo>
                        <a:pt x="963" y="0"/>
                      </a:lnTo>
                      <a:cubicBezTo>
                        <a:pt x="727" y="0"/>
                        <a:pt x="536" y="192"/>
                        <a:pt x="536" y="427"/>
                      </a:cubicBezTo>
                      <a:cubicBezTo>
                        <a:pt x="536" y="664"/>
                        <a:pt x="727" y="855"/>
                        <a:pt x="963" y="855"/>
                      </a:cubicBezTo>
                      <a:lnTo>
                        <a:pt x="1472" y="855"/>
                      </a:lnTo>
                      <a:cubicBezTo>
                        <a:pt x="1613" y="855"/>
                        <a:pt x="1727" y="970"/>
                        <a:pt x="1727" y="1111"/>
                      </a:cubicBezTo>
                      <a:cubicBezTo>
                        <a:pt x="1727" y="1251"/>
                        <a:pt x="1613" y="1366"/>
                        <a:pt x="1472" y="1366"/>
                      </a:cubicBezTo>
                      <a:lnTo>
                        <a:pt x="770" y="1366"/>
                      </a:lnTo>
                      <a:cubicBezTo>
                        <a:pt x="578" y="1366"/>
                        <a:pt x="422" y="1521"/>
                        <a:pt x="422" y="1713"/>
                      </a:cubicBezTo>
                      <a:cubicBezTo>
                        <a:pt x="422" y="1906"/>
                        <a:pt x="578" y="2061"/>
                        <a:pt x="770" y="2061"/>
                      </a:cubicBezTo>
                      <a:lnTo>
                        <a:pt x="993" y="2061"/>
                      </a:lnTo>
                      <a:cubicBezTo>
                        <a:pt x="1134" y="2061"/>
                        <a:pt x="1248" y="2175"/>
                        <a:pt x="1248" y="2316"/>
                      </a:cubicBezTo>
                      <a:cubicBezTo>
                        <a:pt x="1248" y="2456"/>
                        <a:pt x="1134" y="2571"/>
                        <a:pt x="993" y="2571"/>
                      </a:cubicBezTo>
                      <a:lnTo>
                        <a:pt x="347" y="2571"/>
                      </a:lnTo>
                      <a:cubicBezTo>
                        <a:pt x="155" y="2571"/>
                        <a:pt x="0" y="2726"/>
                        <a:pt x="0" y="2918"/>
                      </a:cubicBezTo>
                      <a:cubicBezTo>
                        <a:pt x="0" y="3110"/>
                        <a:pt x="155" y="3267"/>
                        <a:pt x="347" y="3267"/>
                      </a:cubicBezTo>
                      <a:lnTo>
                        <a:pt x="1581" y="3267"/>
                      </a:lnTo>
                      <a:cubicBezTo>
                        <a:pt x="1729" y="3267"/>
                        <a:pt x="1851" y="3388"/>
                        <a:pt x="1851" y="3538"/>
                      </a:cubicBezTo>
                      <a:cubicBezTo>
                        <a:pt x="1851" y="3687"/>
                        <a:pt x="1729" y="3808"/>
                        <a:pt x="1581" y="3808"/>
                      </a:cubicBezTo>
                      <a:lnTo>
                        <a:pt x="1548" y="3808"/>
                      </a:lnTo>
                      <a:cubicBezTo>
                        <a:pt x="1356" y="3808"/>
                        <a:pt x="1200" y="3963"/>
                        <a:pt x="1200" y="4156"/>
                      </a:cubicBezTo>
                      <a:cubicBezTo>
                        <a:pt x="1200" y="4348"/>
                        <a:pt x="1356" y="4505"/>
                        <a:pt x="1548" y="4505"/>
                      </a:cubicBezTo>
                      <a:lnTo>
                        <a:pt x="3473" y="4505"/>
                      </a:lnTo>
                      <a:cubicBezTo>
                        <a:pt x="3665" y="4505"/>
                        <a:pt x="3821" y="4348"/>
                        <a:pt x="3821" y="4156"/>
                      </a:cubicBezTo>
                      <a:cubicBezTo>
                        <a:pt x="3821" y="3963"/>
                        <a:pt x="3665" y="3808"/>
                        <a:pt x="3473" y="3808"/>
                      </a:cubicBezTo>
                      <a:lnTo>
                        <a:pt x="3259" y="3808"/>
                      </a:lnTo>
                      <a:cubicBezTo>
                        <a:pt x="3110" y="3808"/>
                        <a:pt x="2988" y="3687"/>
                        <a:pt x="2988" y="3538"/>
                      </a:cubicBezTo>
                      <a:cubicBezTo>
                        <a:pt x="2988" y="3388"/>
                        <a:pt x="3110" y="3267"/>
                        <a:pt x="3259" y="3267"/>
                      </a:cubicBezTo>
                      <a:lnTo>
                        <a:pt x="3473" y="3267"/>
                      </a:lnTo>
                      <a:cubicBezTo>
                        <a:pt x="3665" y="3267"/>
                        <a:pt x="3821" y="3110"/>
                        <a:pt x="3821" y="2918"/>
                      </a:cubicBezTo>
                      <a:cubicBezTo>
                        <a:pt x="3821" y="2726"/>
                        <a:pt x="3665" y="2571"/>
                        <a:pt x="3473" y="2571"/>
                      </a:cubicBezTo>
                      <a:lnTo>
                        <a:pt x="3509" y="2571"/>
                      </a:lnTo>
                      <a:cubicBezTo>
                        <a:pt x="3369" y="2571"/>
                        <a:pt x="3254" y="2456"/>
                        <a:pt x="3254" y="2316"/>
                      </a:cubicBezTo>
                      <a:cubicBezTo>
                        <a:pt x="3254" y="2175"/>
                        <a:pt x="3369" y="2061"/>
                        <a:pt x="3509" y="2061"/>
                      </a:cubicBezTo>
                      <a:lnTo>
                        <a:pt x="3895" y="2061"/>
                      </a:lnTo>
                      <a:cubicBezTo>
                        <a:pt x="4088" y="2061"/>
                        <a:pt x="4243" y="1906"/>
                        <a:pt x="4243" y="1713"/>
                      </a:cubicBezTo>
                      <a:cubicBezTo>
                        <a:pt x="4243" y="1521"/>
                        <a:pt x="4088" y="1366"/>
                        <a:pt x="3895" y="1366"/>
                      </a:cubicBezTo>
                    </a:path>
                  </a:pathLst>
                </a:custGeom>
                <a:solidFill>
                  <a:srgbClr val="8C449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" name="Google Shape;416;p10"/>
                <p:cNvSpPr/>
                <p:nvPr/>
              </p:nvSpPr>
              <p:spPr>
                <a:xfrm>
                  <a:off x="7064601" y="1147745"/>
                  <a:ext cx="437817" cy="303400"/>
                </a:xfrm>
                <a:custGeom>
                  <a:rect b="b" l="l" r="r" t="t"/>
                  <a:pathLst>
                    <a:path extrusionOk="0" h="698" w="1007">
                      <a:moveTo>
                        <a:pt x="657" y="0"/>
                      </a:moveTo>
                      <a:lnTo>
                        <a:pt x="347" y="0"/>
                      </a:lnTo>
                      <a:cubicBezTo>
                        <a:pt x="156" y="0"/>
                        <a:pt x="0" y="155"/>
                        <a:pt x="0" y="348"/>
                      </a:cubicBezTo>
                      <a:cubicBezTo>
                        <a:pt x="0" y="540"/>
                        <a:pt x="156" y="697"/>
                        <a:pt x="347" y="697"/>
                      </a:cubicBezTo>
                      <a:lnTo>
                        <a:pt x="657" y="697"/>
                      </a:lnTo>
                      <a:cubicBezTo>
                        <a:pt x="849" y="697"/>
                        <a:pt x="1006" y="540"/>
                        <a:pt x="1006" y="348"/>
                      </a:cubicBezTo>
                      <a:cubicBezTo>
                        <a:pt x="1006" y="155"/>
                        <a:pt x="849" y="0"/>
                        <a:pt x="657" y="0"/>
                      </a:cubicBezTo>
                    </a:path>
                  </a:pathLst>
                </a:custGeom>
                <a:solidFill>
                  <a:srgbClr val="8C449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" name="Google Shape;417;p10"/>
                <p:cNvSpPr/>
                <p:nvPr/>
              </p:nvSpPr>
              <p:spPr>
                <a:xfrm>
                  <a:off x="4879357" y="47441"/>
                  <a:ext cx="437817" cy="303400"/>
                </a:xfrm>
                <a:custGeom>
                  <a:rect b="b" l="l" r="r" t="t"/>
                  <a:pathLst>
                    <a:path extrusionOk="0" h="696" w="1006">
                      <a:moveTo>
                        <a:pt x="657" y="0"/>
                      </a:moveTo>
                      <a:lnTo>
                        <a:pt x="348" y="0"/>
                      </a:lnTo>
                      <a:cubicBezTo>
                        <a:pt x="155" y="0"/>
                        <a:pt x="0" y="155"/>
                        <a:pt x="0" y="347"/>
                      </a:cubicBezTo>
                      <a:cubicBezTo>
                        <a:pt x="0" y="540"/>
                        <a:pt x="155" y="695"/>
                        <a:pt x="348" y="695"/>
                      </a:cubicBezTo>
                      <a:lnTo>
                        <a:pt x="657" y="695"/>
                      </a:lnTo>
                      <a:cubicBezTo>
                        <a:pt x="849" y="695"/>
                        <a:pt x="1005" y="540"/>
                        <a:pt x="1005" y="347"/>
                      </a:cubicBezTo>
                      <a:cubicBezTo>
                        <a:pt x="1005" y="155"/>
                        <a:pt x="849" y="0"/>
                        <a:pt x="657" y="0"/>
                      </a:cubicBezTo>
                    </a:path>
                  </a:pathLst>
                </a:custGeom>
                <a:solidFill>
                  <a:srgbClr val="8C449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" name="Google Shape;418;p10"/>
                <p:cNvSpPr/>
                <p:nvPr/>
              </p:nvSpPr>
              <p:spPr>
                <a:xfrm>
                  <a:off x="5372861" y="410368"/>
                  <a:ext cx="74890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10"/>
                <p:cNvSpPr/>
                <p:nvPr/>
              </p:nvSpPr>
              <p:spPr>
                <a:xfrm>
                  <a:off x="6215851" y="160736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5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5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0"/>
                <p:cNvSpPr/>
                <p:nvPr/>
              </p:nvSpPr>
              <p:spPr>
                <a:xfrm>
                  <a:off x="5774193" y="771375"/>
                  <a:ext cx="74889" cy="74889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5"/>
                        <a:pt x="134" y="173"/>
                        <a:pt x="87" y="173"/>
                      </a:cubicBezTo>
                      <a:cubicBezTo>
                        <a:pt x="39" y="173"/>
                        <a:pt x="0" y="135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6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10"/>
                <p:cNvSpPr/>
                <p:nvPr/>
              </p:nvSpPr>
              <p:spPr>
                <a:xfrm>
                  <a:off x="5372861" y="1026769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10"/>
                <p:cNvSpPr/>
                <p:nvPr/>
              </p:nvSpPr>
              <p:spPr>
                <a:xfrm>
                  <a:off x="6580698" y="1247597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3" y="174"/>
                        <a:pt x="85" y="174"/>
                      </a:cubicBezTo>
                      <a:cubicBezTo>
                        <a:pt x="38" y="174"/>
                        <a:pt x="0" y="135"/>
                        <a:pt x="0" y="87"/>
                      </a:cubicBezTo>
                      <a:cubicBezTo>
                        <a:pt x="0" y="39"/>
                        <a:pt x="38" y="0"/>
                        <a:pt x="85" y="0"/>
                      </a:cubicBezTo>
                      <a:cubicBezTo>
                        <a:pt x="133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10"/>
                <p:cNvSpPr/>
                <p:nvPr/>
              </p:nvSpPr>
              <p:spPr>
                <a:xfrm>
                  <a:off x="5612892" y="-327008"/>
                  <a:ext cx="74889" cy="74889"/>
                </a:xfrm>
                <a:custGeom>
                  <a:rect b="b" l="l" r="r" t="t"/>
                  <a:pathLst>
                    <a:path extrusionOk="0" h="173" w="174">
                      <a:moveTo>
                        <a:pt x="173" y="85"/>
                      </a:moveTo>
                      <a:lnTo>
                        <a:pt x="173" y="85"/>
                      </a:lnTo>
                      <a:cubicBezTo>
                        <a:pt x="173" y="133"/>
                        <a:pt x="134" y="172"/>
                        <a:pt x="87" y="172"/>
                      </a:cubicBezTo>
                      <a:cubicBezTo>
                        <a:pt x="39" y="172"/>
                        <a:pt x="0" y="133"/>
                        <a:pt x="0" y="85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3" y="38"/>
                        <a:pt x="173" y="85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10"/>
                <p:cNvSpPr/>
                <p:nvPr/>
              </p:nvSpPr>
              <p:spPr>
                <a:xfrm>
                  <a:off x="5317174" y="485257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2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2" y="0"/>
                        <a:pt x="105" y="24"/>
                        <a:pt x="105" y="53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10"/>
                <p:cNvSpPr/>
                <p:nvPr/>
              </p:nvSpPr>
              <p:spPr>
                <a:xfrm>
                  <a:off x="6421317" y="610074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1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10"/>
                <p:cNvSpPr/>
                <p:nvPr/>
              </p:nvSpPr>
              <p:spPr>
                <a:xfrm>
                  <a:off x="5493837" y="1176547"/>
                  <a:ext cx="46086" cy="46086"/>
                </a:xfrm>
                <a:custGeom>
                  <a:rect b="b" l="l" r="r" t="t"/>
                  <a:pathLst>
                    <a:path extrusionOk="0" h="107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2"/>
                        <a:pt x="82" y="106"/>
                        <a:pt x="52" y="106"/>
                      </a:cubicBezTo>
                      <a:cubicBezTo>
                        <a:pt x="24" y="106"/>
                        <a:pt x="0" y="82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10"/>
                <p:cNvSpPr/>
                <p:nvPr/>
              </p:nvSpPr>
              <p:spPr>
                <a:xfrm>
                  <a:off x="7283510" y="88082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2" y="105"/>
                        <a:pt x="52" y="105"/>
                      </a:cubicBezTo>
                      <a:cubicBezTo>
                        <a:pt x="24" y="105"/>
                        <a:pt x="0" y="82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10"/>
                <p:cNvSpPr/>
                <p:nvPr/>
              </p:nvSpPr>
              <p:spPr>
                <a:xfrm>
                  <a:off x="6275379" y="231785"/>
                  <a:ext cx="1280807" cy="551112"/>
                </a:xfrm>
                <a:custGeom>
                  <a:rect b="b" l="l" r="r" t="t"/>
                  <a:pathLst>
                    <a:path extrusionOk="0" h="1267" w="2943">
                      <a:moveTo>
                        <a:pt x="2627" y="633"/>
                      </a:moveTo>
                      <a:lnTo>
                        <a:pt x="1990" y="633"/>
                      </a:lnTo>
                      <a:cubicBezTo>
                        <a:pt x="2165" y="633"/>
                        <a:pt x="2307" y="491"/>
                        <a:pt x="2307" y="316"/>
                      </a:cubicBezTo>
                      <a:cubicBezTo>
                        <a:pt x="2307" y="141"/>
                        <a:pt x="2165" y="0"/>
                        <a:pt x="1990" y="0"/>
                      </a:cubicBezTo>
                      <a:lnTo>
                        <a:pt x="316" y="0"/>
                      </a:lnTo>
                      <a:cubicBezTo>
                        <a:pt x="142" y="0"/>
                        <a:pt x="0" y="141"/>
                        <a:pt x="0" y="316"/>
                      </a:cubicBezTo>
                      <a:cubicBezTo>
                        <a:pt x="0" y="491"/>
                        <a:pt x="142" y="633"/>
                        <a:pt x="316" y="633"/>
                      </a:cubicBezTo>
                      <a:lnTo>
                        <a:pt x="953" y="633"/>
                      </a:lnTo>
                      <a:cubicBezTo>
                        <a:pt x="778" y="633"/>
                        <a:pt x="637" y="774"/>
                        <a:pt x="637" y="949"/>
                      </a:cubicBezTo>
                      <a:cubicBezTo>
                        <a:pt x="637" y="1123"/>
                        <a:pt x="778" y="1266"/>
                        <a:pt x="953" y="1266"/>
                      </a:cubicBezTo>
                      <a:lnTo>
                        <a:pt x="2627" y="1266"/>
                      </a:lnTo>
                      <a:cubicBezTo>
                        <a:pt x="2801" y="1266"/>
                        <a:pt x="2942" y="1123"/>
                        <a:pt x="2942" y="949"/>
                      </a:cubicBezTo>
                      <a:cubicBezTo>
                        <a:pt x="2942" y="774"/>
                        <a:pt x="2801" y="633"/>
                        <a:pt x="2627" y="633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0"/>
                <p:cNvSpPr/>
                <p:nvPr/>
              </p:nvSpPr>
              <p:spPr>
                <a:xfrm>
                  <a:off x="5584088" y="1276400"/>
                  <a:ext cx="618321" cy="261154"/>
                </a:xfrm>
                <a:custGeom>
                  <a:rect b="b" l="l" r="r" t="t"/>
                  <a:pathLst>
                    <a:path extrusionOk="0" h="600" w="1420">
                      <a:moveTo>
                        <a:pt x="1119" y="599"/>
                      </a:moveTo>
                      <a:lnTo>
                        <a:pt x="299" y="599"/>
                      </a:lnTo>
                      <a:cubicBezTo>
                        <a:pt x="133" y="599"/>
                        <a:pt x="0" y="465"/>
                        <a:pt x="0" y="300"/>
                      </a:cubicBezTo>
                      <a:cubicBezTo>
                        <a:pt x="0" y="134"/>
                        <a:pt x="133" y="0"/>
                        <a:pt x="299" y="0"/>
                      </a:cubicBezTo>
                      <a:lnTo>
                        <a:pt x="1119" y="0"/>
                      </a:lnTo>
                      <a:cubicBezTo>
                        <a:pt x="1284" y="0"/>
                        <a:pt x="1419" y="134"/>
                        <a:pt x="1419" y="300"/>
                      </a:cubicBezTo>
                      <a:cubicBezTo>
                        <a:pt x="1419" y="465"/>
                        <a:pt x="1284" y="599"/>
                        <a:pt x="1119" y="599"/>
                      </a:cubicBezTo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0" name="Google Shape;430;p10"/>
              <p:cNvGrpSpPr/>
              <p:nvPr/>
            </p:nvGrpSpPr>
            <p:grpSpPr>
              <a:xfrm>
                <a:off x="-145121" y="4607798"/>
                <a:ext cx="2404749" cy="2417448"/>
                <a:chOff x="7988241" y="5080416"/>
                <a:chExt cx="2406074" cy="2417594"/>
              </a:xfrm>
            </p:grpSpPr>
            <p:sp>
              <p:nvSpPr>
                <p:cNvPr id="431" name="Google Shape;431;p10"/>
                <p:cNvSpPr/>
                <p:nvPr/>
              </p:nvSpPr>
              <p:spPr>
                <a:xfrm>
                  <a:off x="8533592" y="5210994"/>
                  <a:ext cx="1860723" cy="2106514"/>
                </a:xfrm>
                <a:custGeom>
                  <a:rect b="b" l="l" r="r" t="t"/>
                  <a:pathLst>
                    <a:path extrusionOk="0" h="4839" w="4271">
                      <a:moveTo>
                        <a:pt x="3899" y="2021"/>
                      </a:moveTo>
                      <a:lnTo>
                        <a:pt x="2359" y="2021"/>
                      </a:lnTo>
                      <a:cubicBezTo>
                        <a:pt x="2367" y="2021"/>
                        <a:pt x="2375" y="2020"/>
                        <a:pt x="2385" y="2020"/>
                      </a:cubicBezTo>
                      <a:cubicBezTo>
                        <a:pt x="2249" y="2007"/>
                        <a:pt x="2142" y="1893"/>
                        <a:pt x="2142" y="1753"/>
                      </a:cubicBezTo>
                      <a:cubicBezTo>
                        <a:pt x="2142" y="1614"/>
                        <a:pt x="2249" y="1500"/>
                        <a:pt x="2385" y="1487"/>
                      </a:cubicBezTo>
                      <a:cubicBezTo>
                        <a:pt x="2375" y="1487"/>
                        <a:pt x="2367" y="1486"/>
                        <a:pt x="2359" y="1486"/>
                      </a:cubicBezTo>
                      <a:lnTo>
                        <a:pt x="2594" y="1486"/>
                      </a:lnTo>
                      <a:cubicBezTo>
                        <a:pt x="2800" y="1486"/>
                        <a:pt x="2966" y="1320"/>
                        <a:pt x="2966" y="1115"/>
                      </a:cubicBezTo>
                      <a:cubicBezTo>
                        <a:pt x="2966" y="910"/>
                        <a:pt x="2800" y="743"/>
                        <a:pt x="2594" y="743"/>
                      </a:cubicBezTo>
                      <a:lnTo>
                        <a:pt x="3304" y="743"/>
                      </a:lnTo>
                      <a:cubicBezTo>
                        <a:pt x="3508" y="743"/>
                        <a:pt x="3675" y="577"/>
                        <a:pt x="3675" y="372"/>
                      </a:cubicBezTo>
                      <a:cubicBezTo>
                        <a:pt x="3675" y="167"/>
                        <a:pt x="3508" y="0"/>
                        <a:pt x="3304" y="0"/>
                      </a:cubicBezTo>
                      <a:lnTo>
                        <a:pt x="1833" y="0"/>
                      </a:lnTo>
                      <a:cubicBezTo>
                        <a:pt x="1627" y="0"/>
                        <a:pt x="1461" y="167"/>
                        <a:pt x="1461" y="372"/>
                      </a:cubicBezTo>
                      <a:cubicBezTo>
                        <a:pt x="1461" y="577"/>
                        <a:pt x="1627" y="743"/>
                        <a:pt x="1833" y="743"/>
                      </a:cubicBezTo>
                      <a:lnTo>
                        <a:pt x="1124" y="743"/>
                      </a:lnTo>
                      <a:cubicBezTo>
                        <a:pt x="919" y="743"/>
                        <a:pt x="753" y="910"/>
                        <a:pt x="753" y="1115"/>
                      </a:cubicBezTo>
                      <a:cubicBezTo>
                        <a:pt x="753" y="1320"/>
                        <a:pt x="919" y="1486"/>
                        <a:pt x="1124" y="1486"/>
                      </a:cubicBezTo>
                      <a:lnTo>
                        <a:pt x="1316" y="1486"/>
                      </a:lnTo>
                      <a:cubicBezTo>
                        <a:pt x="1464" y="1486"/>
                        <a:pt x="1583" y="1605"/>
                        <a:pt x="1583" y="1753"/>
                      </a:cubicBezTo>
                      <a:cubicBezTo>
                        <a:pt x="1583" y="1901"/>
                        <a:pt x="1464" y="2021"/>
                        <a:pt x="1316" y="2021"/>
                      </a:cubicBezTo>
                      <a:lnTo>
                        <a:pt x="606" y="2021"/>
                      </a:lnTo>
                      <a:cubicBezTo>
                        <a:pt x="401" y="2021"/>
                        <a:pt x="234" y="2187"/>
                        <a:pt x="234" y="2392"/>
                      </a:cubicBezTo>
                      <a:cubicBezTo>
                        <a:pt x="234" y="2597"/>
                        <a:pt x="401" y="2764"/>
                        <a:pt x="606" y="2764"/>
                      </a:cubicBezTo>
                      <a:lnTo>
                        <a:pt x="1047" y="2764"/>
                      </a:lnTo>
                      <a:cubicBezTo>
                        <a:pt x="1043" y="2764"/>
                        <a:pt x="1039" y="2764"/>
                        <a:pt x="1035" y="2764"/>
                      </a:cubicBezTo>
                      <a:cubicBezTo>
                        <a:pt x="1190" y="2771"/>
                        <a:pt x="1316" y="2900"/>
                        <a:pt x="1316" y="3057"/>
                      </a:cubicBezTo>
                      <a:cubicBezTo>
                        <a:pt x="1316" y="3216"/>
                        <a:pt x="1190" y="3345"/>
                        <a:pt x="1035" y="3351"/>
                      </a:cubicBezTo>
                      <a:cubicBezTo>
                        <a:pt x="1039" y="3351"/>
                        <a:pt x="1043" y="3352"/>
                        <a:pt x="1047" y="3352"/>
                      </a:cubicBezTo>
                      <a:lnTo>
                        <a:pt x="372" y="3352"/>
                      </a:lnTo>
                      <a:cubicBezTo>
                        <a:pt x="167" y="3352"/>
                        <a:pt x="0" y="3517"/>
                        <a:pt x="0" y="3723"/>
                      </a:cubicBezTo>
                      <a:cubicBezTo>
                        <a:pt x="0" y="3928"/>
                        <a:pt x="167" y="4094"/>
                        <a:pt x="372" y="4094"/>
                      </a:cubicBezTo>
                      <a:lnTo>
                        <a:pt x="833" y="4094"/>
                      </a:lnTo>
                      <a:cubicBezTo>
                        <a:pt x="627" y="4094"/>
                        <a:pt x="461" y="4260"/>
                        <a:pt x="461" y="4465"/>
                      </a:cubicBezTo>
                      <a:cubicBezTo>
                        <a:pt x="461" y="4672"/>
                        <a:pt x="627" y="4838"/>
                        <a:pt x="833" y="4838"/>
                      </a:cubicBezTo>
                      <a:lnTo>
                        <a:pt x="2524" y="4838"/>
                      </a:lnTo>
                      <a:cubicBezTo>
                        <a:pt x="2729" y="4838"/>
                        <a:pt x="2895" y="4672"/>
                        <a:pt x="2895" y="4465"/>
                      </a:cubicBezTo>
                      <a:cubicBezTo>
                        <a:pt x="2895" y="4260"/>
                        <a:pt x="2729" y="4094"/>
                        <a:pt x="2524" y="4094"/>
                      </a:cubicBezTo>
                      <a:lnTo>
                        <a:pt x="2064" y="4094"/>
                      </a:lnTo>
                      <a:cubicBezTo>
                        <a:pt x="2269" y="4094"/>
                        <a:pt x="2435" y="3928"/>
                        <a:pt x="2435" y="3723"/>
                      </a:cubicBezTo>
                      <a:cubicBezTo>
                        <a:pt x="2435" y="3517"/>
                        <a:pt x="2269" y="3352"/>
                        <a:pt x="2064" y="3352"/>
                      </a:cubicBezTo>
                      <a:lnTo>
                        <a:pt x="3042" y="3352"/>
                      </a:lnTo>
                      <a:cubicBezTo>
                        <a:pt x="2836" y="3352"/>
                        <a:pt x="2670" y="3517"/>
                        <a:pt x="2670" y="3723"/>
                      </a:cubicBezTo>
                      <a:cubicBezTo>
                        <a:pt x="2670" y="3928"/>
                        <a:pt x="2836" y="4094"/>
                        <a:pt x="3042" y="4094"/>
                      </a:cubicBezTo>
                      <a:lnTo>
                        <a:pt x="3670" y="4094"/>
                      </a:lnTo>
                      <a:cubicBezTo>
                        <a:pt x="3876" y="4094"/>
                        <a:pt x="4042" y="3928"/>
                        <a:pt x="4042" y="3723"/>
                      </a:cubicBezTo>
                      <a:cubicBezTo>
                        <a:pt x="4042" y="3517"/>
                        <a:pt x="3876" y="3352"/>
                        <a:pt x="3670" y="3352"/>
                      </a:cubicBezTo>
                      <a:lnTo>
                        <a:pt x="3236" y="3352"/>
                      </a:lnTo>
                      <a:cubicBezTo>
                        <a:pt x="3399" y="3352"/>
                        <a:pt x="3532" y="3220"/>
                        <a:pt x="3532" y="3057"/>
                      </a:cubicBezTo>
                      <a:cubicBezTo>
                        <a:pt x="3532" y="2895"/>
                        <a:pt x="3399" y="2764"/>
                        <a:pt x="3236" y="2764"/>
                      </a:cubicBezTo>
                      <a:lnTo>
                        <a:pt x="3899" y="2764"/>
                      </a:lnTo>
                      <a:cubicBezTo>
                        <a:pt x="4104" y="2764"/>
                        <a:pt x="4270" y="2597"/>
                        <a:pt x="4270" y="2392"/>
                      </a:cubicBezTo>
                      <a:cubicBezTo>
                        <a:pt x="4270" y="2187"/>
                        <a:pt x="4104" y="2021"/>
                        <a:pt x="3899" y="2021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10"/>
                <p:cNvSpPr/>
                <p:nvPr/>
              </p:nvSpPr>
              <p:spPr>
                <a:xfrm>
                  <a:off x="7988241" y="6090468"/>
                  <a:ext cx="514627" cy="324522"/>
                </a:xfrm>
                <a:custGeom>
                  <a:rect b="b" l="l" r="r" t="t"/>
                  <a:pathLst>
                    <a:path extrusionOk="0" h="744" w="1181">
                      <a:moveTo>
                        <a:pt x="808" y="0"/>
                      </a:moveTo>
                      <a:lnTo>
                        <a:pt x="371" y="0"/>
                      </a:lnTo>
                      <a:cubicBezTo>
                        <a:pt x="166" y="0"/>
                        <a:pt x="0" y="166"/>
                        <a:pt x="0" y="371"/>
                      </a:cubicBezTo>
                      <a:cubicBezTo>
                        <a:pt x="0" y="576"/>
                        <a:pt x="166" y="743"/>
                        <a:pt x="371" y="743"/>
                      </a:cubicBezTo>
                      <a:lnTo>
                        <a:pt x="808" y="743"/>
                      </a:lnTo>
                      <a:cubicBezTo>
                        <a:pt x="1013" y="743"/>
                        <a:pt x="1180" y="576"/>
                        <a:pt x="1180" y="371"/>
                      </a:cubicBezTo>
                      <a:cubicBezTo>
                        <a:pt x="1180" y="166"/>
                        <a:pt x="1013" y="0"/>
                        <a:pt x="808" y="0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10"/>
                <p:cNvSpPr/>
                <p:nvPr/>
              </p:nvSpPr>
              <p:spPr>
                <a:xfrm>
                  <a:off x="8529751" y="7098598"/>
                  <a:ext cx="76810" cy="76810"/>
                </a:xfrm>
                <a:custGeom>
                  <a:rect b="b" l="l" r="r" t="t"/>
                  <a:pathLst>
                    <a:path extrusionOk="0" h="175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6"/>
                        <a:pt x="135" y="174"/>
                        <a:pt x="87" y="174"/>
                      </a:cubicBezTo>
                      <a:cubicBezTo>
                        <a:pt x="39" y="174"/>
                        <a:pt x="0" y="136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10"/>
                <p:cNvSpPr/>
                <p:nvPr/>
              </p:nvSpPr>
              <p:spPr>
                <a:xfrm>
                  <a:off x="9804798" y="5921486"/>
                  <a:ext cx="74890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5"/>
                      </a:moveTo>
                      <a:lnTo>
                        <a:pt x="172" y="85"/>
                      </a:lnTo>
                      <a:cubicBezTo>
                        <a:pt x="172" y="134"/>
                        <a:pt x="133" y="172"/>
                        <a:pt x="85" y="172"/>
                      </a:cubicBezTo>
                      <a:cubicBezTo>
                        <a:pt x="38" y="172"/>
                        <a:pt x="0" y="134"/>
                        <a:pt x="0" y="85"/>
                      </a:cubicBezTo>
                      <a:cubicBezTo>
                        <a:pt x="0" y="38"/>
                        <a:pt x="38" y="0"/>
                        <a:pt x="85" y="0"/>
                      </a:cubicBezTo>
                      <a:cubicBezTo>
                        <a:pt x="133" y="0"/>
                        <a:pt x="172" y="38"/>
                        <a:pt x="172" y="85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10"/>
                <p:cNvSpPr/>
                <p:nvPr/>
              </p:nvSpPr>
              <p:spPr>
                <a:xfrm>
                  <a:off x="9583969" y="6414990"/>
                  <a:ext cx="74889" cy="74890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2" y="38"/>
                        <a:pt x="172" y="86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10"/>
                <p:cNvSpPr/>
                <p:nvPr/>
              </p:nvSpPr>
              <p:spPr>
                <a:xfrm>
                  <a:off x="10050590" y="7423121"/>
                  <a:ext cx="74890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5"/>
                      </a:moveTo>
                      <a:lnTo>
                        <a:pt x="172" y="85"/>
                      </a:lnTo>
                      <a:cubicBezTo>
                        <a:pt x="172" y="134"/>
                        <a:pt x="133" y="172"/>
                        <a:pt x="85" y="172"/>
                      </a:cubicBezTo>
                      <a:cubicBezTo>
                        <a:pt x="38" y="172"/>
                        <a:pt x="0" y="134"/>
                        <a:pt x="0" y="85"/>
                      </a:cubicBezTo>
                      <a:cubicBezTo>
                        <a:pt x="0" y="39"/>
                        <a:pt x="38" y="0"/>
                        <a:pt x="85" y="0"/>
                      </a:cubicBezTo>
                      <a:cubicBezTo>
                        <a:pt x="133" y="0"/>
                        <a:pt x="172" y="39"/>
                        <a:pt x="172" y="85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10"/>
                <p:cNvSpPr/>
                <p:nvPr/>
              </p:nvSpPr>
              <p:spPr>
                <a:xfrm>
                  <a:off x="8307003" y="6211444"/>
                  <a:ext cx="74890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5"/>
                      </a:moveTo>
                      <a:lnTo>
                        <a:pt x="173" y="85"/>
                      </a:lnTo>
                      <a:cubicBezTo>
                        <a:pt x="173" y="133"/>
                        <a:pt x="135" y="172"/>
                        <a:pt x="87" y="172"/>
                      </a:cubicBezTo>
                      <a:cubicBezTo>
                        <a:pt x="39" y="172"/>
                        <a:pt x="0" y="133"/>
                        <a:pt x="0" y="85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5" y="0"/>
                        <a:pt x="173" y="38"/>
                        <a:pt x="173" y="85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10"/>
                <p:cNvSpPr/>
                <p:nvPr/>
              </p:nvSpPr>
              <p:spPr>
                <a:xfrm>
                  <a:off x="9270969" y="5289723"/>
                  <a:ext cx="74890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4"/>
                        <a:pt x="134" y="174"/>
                        <a:pt x="86" y="174"/>
                      </a:cubicBezTo>
                      <a:cubicBezTo>
                        <a:pt x="39" y="174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10"/>
                <p:cNvSpPr/>
                <p:nvPr/>
              </p:nvSpPr>
              <p:spPr>
                <a:xfrm>
                  <a:off x="8462543" y="695458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0" y="105"/>
                        <a:pt x="52" y="105"/>
                      </a:cubicBezTo>
                      <a:cubicBezTo>
                        <a:pt x="24" y="105"/>
                        <a:pt x="0" y="82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10"/>
                <p:cNvSpPr/>
                <p:nvPr/>
              </p:nvSpPr>
              <p:spPr>
                <a:xfrm>
                  <a:off x="8483665" y="595797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3"/>
                        <a:pt x="82" y="105"/>
                        <a:pt x="52" y="105"/>
                      </a:cubicBezTo>
                      <a:cubicBezTo>
                        <a:pt x="24" y="105"/>
                        <a:pt x="0" y="83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10"/>
                <p:cNvSpPr/>
                <p:nvPr/>
              </p:nvSpPr>
              <p:spPr>
                <a:xfrm>
                  <a:off x="9322815" y="6263290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2"/>
                        <a:pt x="81" y="104"/>
                        <a:pt x="52" y="104"/>
                      </a:cubicBezTo>
                      <a:cubicBezTo>
                        <a:pt x="23" y="104"/>
                        <a:pt x="0" y="82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10"/>
                <p:cNvSpPr/>
                <p:nvPr/>
              </p:nvSpPr>
              <p:spPr>
                <a:xfrm>
                  <a:off x="10192688" y="6522523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2" y="105"/>
                        <a:pt x="0" y="81"/>
                        <a:pt x="0" y="53"/>
                      </a:cubicBezTo>
                      <a:cubicBezTo>
                        <a:pt x="0" y="23"/>
                        <a:pt x="22" y="0"/>
                        <a:pt x="52" y="0"/>
                      </a:cubicBezTo>
                      <a:cubicBezTo>
                        <a:pt x="81" y="0"/>
                        <a:pt x="104" y="23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" name="Google Shape;443;p10"/>
                <p:cNvSpPr/>
                <p:nvPr/>
              </p:nvSpPr>
              <p:spPr>
                <a:xfrm>
                  <a:off x="9493717" y="7196532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0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0"/>
                <p:cNvSpPr/>
                <p:nvPr/>
              </p:nvSpPr>
              <p:spPr>
                <a:xfrm>
                  <a:off x="10004503" y="6004056"/>
                  <a:ext cx="46086" cy="46086"/>
                </a:xfrm>
                <a:custGeom>
                  <a:rect b="b" l="l" r="r" t="t"/>
                  <a:pathLst>
                    <a:path extrusionOk="0" h="107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2"/>
                        <a:pt x="81" y="106"/>
                        <a:pt x="52" y="106"/>
                      </a:cubicBezTo>
                      <a:cubicBezTo>
                        <a:pt x="23" y="106"/>
                        <a:pt x="0" y="82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0"/>
                <p:cNvSpPr/>
                <p:nvPr/>
              </p:nvSpPr>
              <p:spPr>
                <a:xfrm>
                  <a:off x="9065502" y="5596963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2" y="105"/>
                        <a:pt x="0" y="81"/>
                        <a:pt x="0" y="53"/>
                      </a:cubicBezTo>
                      <a:cubicBezTo>
                        <a:pt x="0" y="24"/>
                        <a:pt x="22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0"/>
                <p:cNvSpPr/>
                <p:nvPr/>
              </p:nvSpPr>
              <p:spPr>
                <a:xfrm>
                  <a:off x="10215731" y="526668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4" y="105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1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0"/>
                <p:cNvSpPr/>
                <p:nvPr/>
              </p:nvSpPr>
              <p:spPr>
                <a:xfrm>
                  <a:off x="8986771" y="6766396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4" y="22"/>
                        <a:pt x="104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0"/>
                <p:cNvSpPr/>
                <p:nvPr/>
              </p:nvSpPr>
              <p:spPr>
                <a:xfrm>
                  <a:off x="10004503" y="7150446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5" y="22"/>
                        <a:pt x="105" y="52"/>
                      </a:cubicBezTo>
                    </a:path>
                  </a:pathLst>
                </a:custGeom>
                <a:solidFill>
                  <a:srgbClr val="EA662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0"/>
                <p:cNvSpPr/>
                <p:nvPr/>
              </p:nvSpPr>
              <p:spPr>
                <a:xfrm>
                  <a:off x="9439950" y="5090017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2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EA662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0"/>
                <p:cNvSpPr/>
                <p:nvPr/>
              </p:nvSpPr>
              <p:spPr>
                <a:xfrm>
                  <a:off x="8719857" y="5468307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3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0"/>
                <p:cNvSpPr/>
                <p:nvPr/>
              </p:nvSpPr>
              <p:spPr>
                <a:xfrm>
                  <a:off x="9701104" y="5080416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5" y="600"/>
                      </a:moveTo>
                      <a:lnTo>
                        <a:pt x="299" y="600"/>
                      </a:lnTo>
                      <a:cubicBezTo>
                        <a:pt x="135" y="600"/>
                        <a:pt x="0" y="466"/>
                        <a:pt x="0" y="300"/>
                      </a:cubicBezTo>
                      <a:cubicBezTo>
                        <a:pt x="0" y="135"/>
                        <a:pt x="135" y="0"/>
                        <a:pt x="299" y="0"/>
                      </a:cubicBezTo>
                      <a:lnTo>
                        <a:pt x="935" y="0"/>
                      </a:lnTo>
                      <a:cubicBezTo>
                        <a:pt x="1101" y="0"/>
                        <a:pt x="1235" y="135"/>
                        <a:pt x="1235" y="300"/>
                      </a:cubicBezTo>
                      <a:cubicBezTo>
                        <a:pt x="1235" y="466"/>
                        <a:pt x="1101" y="600"/>
                        <a:pt x="935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0"/>
                <p:cNvSpPr/>
                <p:nvPr/>
              </p:nvSpPr>
              <p:spPr>
                <a:xfrm>
                  <a:off x="8631525" y="5714099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6" y="600"/>
                      </a:moveTo>
                      <a:lnTo>
                        <a:pt x="300" y="600"/>
                      </a:lnTo>
                      <a:cubicBezTo>
                        <a:pt x="134" y="600"/>
                        <a:pt x="0" y="466"/>
                        <a:pt x="0" y="300"/>
                      </a:cubicBezTo>
                      <a:cubicBezTo>
                        <a:pt x="0" y="135"/>
                        <a:pt x="134" y="0"/>
                        <a:pt x="300" y="0"/>
                      </a:cubicBezTo>
                      <a:lnTo>
                        <a:pt x="936" y="0"/>
                      </a:lnTo>
                      <a:cubicBezTo>
                        <a:pt x="1101" y="0"/>
                        <a:pt x="1235" y="135"/>
                        <a:pt x="1235" y="300"/>
                      </a:cubicBezTo>
                      <a:cubicBezTo>
                        <a:pt x="1235" y="466"/>
                        <a:pt x="1101" y="600"/>
                        <a:pt x="936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0"/>
                <p:cNvSpPr/>
                <p:nvPr/>
              </p:nvSpPr>
              <p:spPr>
                <a:xfrm>
                  <a:off x="8216751" y="6545566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5" y="600"/>
                      </a:moveTo>
                      <a:lnTo>
                        <a:pt x="299" y="600"/>
                      </a:lnTo>
                      <a:cubicBezTo>
                        <a:pt x="134" y="600"/>
                        <a:pt x="0" y="465"/>
                        <a:pt x="0" y="299"/>
                      </a:cubicBezTo>
                      <a:cubicBezTo>
                        <a:pt x="0" y="133"/>
                        <a:pt x="134" y="0"/>
                        <a:pt x="299" y="0"/>
                      </a:cubicBezTo>
                      <a:lnTo>
                        <a:pt x="935" y="0"/>
                      </a:lnTo>
                      <a:cubicBezTo>
                        <a:pt x="1101" y="0"/>
                        <a:pt x="1235" y="133"/>
                        <a:pt x="1235" y="299"/>
                      </a:cubicBezTo>
                      <a:cubicBezTo>
                        <a:pt x="1235" y="465"/>
                        <a:pt x="1101" y="600"/>
                        <a:pt x="935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0"/>
                <p:cNvSpPr/>
                <p:nvPr/>
              </p:nvSpPr>
              <p:spPr>
                <a:xfrm>
                  <a:off x="9351618" y="6862408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4" y="600"/>
                      </a:moveTo>
                      <a:lnTo>
                        <a:pt x="300" y="600"/>
                      </a:lnTo>
                      <a:cubicBezTo>
                        <a:pt x="134" y="600"/>
                        <a:pt x="0" y="466"/>
                        <a:pt x="0" y="300"/>
                      </a:cubicBezTo>
                      <a:cubicBezTo>
                        <a:pt x="0" y="134"/>
                        <a:pt x="134" y="0"/>
                        <a:pt x="300" y="0"/>
                      </a:cubicBezTo>
                      <a:lnTo>
                        <a:pt x="934" y="0"/>
                      </a:lnTo>
                      <a:cubicBezTo>
                        <a:pt x="1100" y="0"/>
                        <a:pt x="1235" y="134"/>
                        <a:pt x="1235" y="300"/>
                      </a:cubicBezTo>
                      <a:cubicBezTo>
                        <a:pt x="1235" y="466"/>
                        <a:pt x="1100" y="600"/>
                        <a:pt x="934" y="600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0"/>
                <p:cNvSpPr/>
                <p:nvPr/>
              </p:nvSpPr>
              <p:spPr>
                <a:xfrm>
                  <a:off x="9570527" y="7123562"/>
                  <a:ext cx="537670" cy="261154"/>
                </a:xfrm>
                <a:custGeom>
                  <a:rect b="b" l="l" r="r" t="t"/>
                  <a:pathLst>
                    <a:path extrusionOk="0" h="600" w="1236">
                      <a:moveTo>
                        <a:pt x="936" y="599"/>
                      </a:moveTo>
                      <a:lnTo>
                        <a:pt x="300" y="599"/>
                      </a:lnTo>
                      <a:cubicBezTo>
                        <a:pt x="135" y="599"/>
                        <a:pt x="0" y="465"/>
                        <a:pt x="0" y="300"/>
                      </a:cubicBezTo>
                      <a:cubicBezTo>
                        <a:pt x="0" y="134"/>
                        <a:pt x="135" y="0"/>
                        <a:pt x="300" y="0"/>
                      </a:cubicBezTo>
                      <a:lnTo>
                        <a:pt x="936" y="0"/>
                      </a:lnTo>
                      <a:cubicBezTo>
                        <a:pt x="1102" y="0"/>
                        <a:pt x="1235" y="134"/>
                        <a:pt x="1235" y="300"/>
                      </a:cubicBezTo>
                      <a:cubicBezTo>
                        <a:pt x="1235" y="465"/>
                        <a:pt x="1102" y="599"/>
                        <a:pt x="936" y="599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6" name="Google Shape;456;p10"/>
              <p:cNvGrpSpPr/>
              <p:nvPr/>
            </p:nvGrpSpPr>
            <p:grpSpPr>
              <a:xfrm rot="10800000">
                <a:off x="-528478" y="2446954"/>
                <a:ext cx="2447606" cy="2528559"/>
                <a:chOff x="8253235" y="2100188"/>
                <a:chExt cx="2448321" cy="2528969"/>
              </a:xfrm>
            </p:grpSpPr>
            <p:sp>
              <p:nvSpPr>
                <p:cNvPr id="457" name="Google Shape;457;p10"/>
                <p:cNvSpPr/>
                <p:nvPr/>
              </p:nvSpPr>
              <p:spPr>
                <a:xfrm>
                  <a:off x="8253235" y="3674793"/>
                  <a:ext cx="378290" cy="291878"/>
                </a:xfrm>
                <a:custGeom>
                  <a:rect b="b" l="l" r="r" t="t"/>
                  <a:pathLst>
                    <a:path extrusionOk="0" h="672" w="869">
                      <a:moveTo>
                        <a:pt x="335" y="671"/>
                      </a:moveTo>
                      <a:lnTo>
                        <a:pt x="534" y="671"/>
                      </a:lnTo>
                      <a:cubicBezTo>
                        <a:pt x="718" y="671"/>
                        <a:pt x="868" y="520"/>
                        <a:pt x="868" y="336"/>
                      </a:cubicBezTo>
                      <a:cubicBezTo>
                        <a:pt x="868" y="151"/>
                        <a:pt x="718" y="0"/>
                        <a:pt x="534" y="0"/>
                      </a:cubicBezTo>
                      <a:lnTo>
                        <a:pt x="335" y="0"/>
                      </a:lnTo>
                      <a:cubicBezTo>
                        <a:pt x="149" y="0"/>
                        <a:pt x="0" y="151"/>
                        <a:pt x="0" y="336"/>
                      </a:cubicBezTo>
                      <a:cubicBezTo>
                        <a:pt x="0" y="520"/>
                        <a:pt x="149" y="671"/>
                        <a:pt x="335" y="671"/>
                      </a:cubicBezTo>
                    </a:path>
                  </a:pathLst>
                </a:custGeom>
                <a:solidFill>
                  <a:srgbClr val="CC5E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10"/>
                <p:cNvSpPr/>
                <p:nvPr/>
              </p:nvSpPr>
              <p:spPr>
                <a:xfrm>
                  <a:off x="8260916" y="2292214"/>
                  <a:ext cx="2283178" cy="1945213"/>
                </a:xfrm>
                <a:custGeom>
                  <a:rect b="b" l="l" r="r" t="t"/>
                  <a:pathLst>
                    <a:path extrusionOk="0" h="4469" w="5244">
                      <a:moveTo>
                        <a:pt x="0" y="1674"/>
                      </a:moveTo>
                      <a:lnTo>
                        <a:pt x="0" y="1674"/>
                      </a:lnTo>
                      <a:cubicBezTo>
                        <a:pt x="0" y="1858"/>
                        <a:pt x="150" y="2008"/>
                        <a:pt x="334" y="2008"/>
                      </a:cubicBezTo>
                      <a:lnTo>
                        <a:pt x="1640" y="2008"/>
                      </a:lnTo>
                      <a:cubicBezTo>
                        <a:pt x="1455" y="2008"/>
                        <a:pt x="1305" y="2158"/>
                        <a:pt x="1305" y="2343"/>
                      </a:cubicBezTo>
                      <a:cubicBezTo>
                        <a:pt x="1305" y="2528"/>
                        <a:pt x="1455" y="2678"/>
                        <a:pt x="1640" y="2678"/>
                      </a:cubicBezTo>
                      <a:lnTo>
                        <a:pt x="2098" y="2678"/>
                      </a:lnTo>
                      <a:cubicBezTo>
                        <a:pt x="2097" y="2678"/>
                        <a:pt x="2095" y="2678"/>
                        <a:pt x="2093" y="2678"/>
                      </a:cubicBezTo>
                      <a:cubicBezTo>
                        <a:pt x="2216" y="2681"/>
                        <a:pt x="2314" y="2780"/>
                        <a:pt x="2314" y="2903"/>
                      </a:cubicBezTo>
                      <a:cubicBezTo>
                        <a:pt x="2314" y="3026"/>
                        <a:pt x="2216" y="3127"/>
                        <a:pt x="2093" y="3129"/>
                      </a:cubicBezTo>
                      <a:cubicBezTo>
                        <a:pt x="2095" y="3129"/>
                        <a:pt x="2097" y="3129"/>
                        <a:pt x="2098" y="3129"/>
                      </a:cubicBezTo>
                      <a:lnTo>
                        <a:pt x="1507" y="3129"/>
                      </a:lnTo>
                      <a:cubicBezTo>
                        <a:pt x="1323" y="3129"/>
                        <a:pt x="1173" y="3280"/>
                        <a:pt x="1173" y="3464"/>
                      </a:cubicBezTo>
                      <a:cubicBezTo>
                        <a:pt x="1173" y="3649"/>
                        <a:pt x="1323" y="3798"/>
                        <a:pt x="1507" y="3798"/>
                      </a:cubicBezTo>
                      <a:lnTo>
                        <a:pt x="2207" y="3798"/>
                      </a:lnTo>
                      <a:cubicBezTo>
                        <a:pt x="2023" y="3798"/>
                        <a:pt x="1873" y="3948"/>
                        <a:pt x="1873" y="4133"/>
                      </a:cubicBezTo>
                      <a:cubicBezTo>
                        <a:pt x="1873" y="4318"/>
                        <a:pt x="2023" y="4468"/>
                        <a:pt x="2207" y="4468"/>
                      </a:cubicBezTo>
                      <a:lnTo>
                        <a:pt x="3622" y="4468"/>
                      </a:lnTo>
                      <a:cubicBezTo>
                        <a:pt x="3807" y="4468"/>
                        <a:pt x="3956" y="4318"/>
                        <a:pt x="3956" y="4133"/>
                      </a:cubicBezTo>
                      <a:cubicBezTo>
                        <a:pt x="3956" y="3948"/>
                        <a:pt x="3807" y="3798"/>
                        <a:pt x="3622" y="3798"/>
                      </a:cubicBezTo>
                      <a:lnTo>
                        <a:pt x="4746" y="3798"/>
                      </a:lnTo>
                      <a:cubicBezTo>
                        <a:pt x="4930" y="3798"/>
                        <a:pt x="5081" y="3649"/>
                        <a:pt x="5081" y="3464"/>
                      </a:cubicBezTo>
                      <a:cubicBezTo>
                        <a:pt x="5081" y="3280"/>
                        <a:pt x="4930" y="3129"/>
                        <a:pt x="4746" y="3129"/>
                      </a:cubicBezTo>
                      <a:lnTo>
                        <a:pt x="3731" y="3129"/>
                      </a:lnTo>
                      <a:cubicBezTo>
                        <a:pt x="3735" y="3129"/>
                        <a:pt x="3739" y="3129"/>
                        <a:pt x="3743" y="3129"/>
                      </a:cubicBezTo>
                      <a:cubicBezTo>
                        <a:pt x="3624" y="3122"/>
                        <a:pt x="3528" y="3024"/>
                        <a:pt x="3528" y="2903"/>
                      </a:cubicBezTo>
                      <a:cubicBezTo>
                        <a:pt x="3528" y="2783"/>
                        <a:pt x="3624" y="2684"/>
                        <a:pt x="3743" y="2679"/>
                      </a:cubicBezTo>
                      <a:cubicBezTo>
                        <a:pt x="3739" y="2678"/>
                        <a:pt x="3735" y="2678"/>
                        <a:pt x="3731" y="2678"/>
                      </a:cubicBezTo>
                      <a:lnTo>
                        <a:pt x="4056" y="2678"/>
                      </a:lnTo>
                      <a:cubicBezTo>
                        <a:pt x="4240" y="2678"/>
                        <a:pt x="4391" y="2528"/>
                        <a:pt x="4391" y="2343"/>
                      </a:cubicBezTo>
                      <a:cubicBezTo>
                        <a:pt x="4391" y="2158"/>
                        <a:pt x="4240" y="2008"/>
                        <a:pt x="4056" y="2008"/>
                      </a:cubicBezTo>
                      <a:lnTo>
                        <a:pt x="4907" y="2008"/>
                      </a:lnTo>
                      <a:cubicBezTo>
                        <a:pt x="5093" y="2008"/>
                        <a:pt x="5243" y="1858"/>
                        <a:pt x="5243" y="1674"/>
                      </a:cubicBezTo>
                      <a:cubicBezTo>
                        <a:pt x="5243" y="1490"/>
                        <a:pt x="5093" y="1340"/>
                        <a:pt x="4907" y="1340"/>
                      </a:cubicBezTo>
                      <a:lnTo>
                        <a:pt x="4415" y="1340"/>
                      </a:lnTo>
                      <a:cubicBezTo>
                        <a:pt x="4600" y="1340"/>
                        <a:pt x="4750" y="1189"/>
                        <a:pt x="4750" y="1005"/>
                      </a:cubicBezTo>
                      <a:cubicBezTo>
                        <a:pt x="4750" y="820"/>
                        <a:pt x="4600" y="669"/>
                        <a:pt x="4415" y="669"/>
                      </a:cubicBezTo>
                      <a:lnTo>
                        <a:pt x="3310" y="669"/>
                      </a:lnTo>
                      <a:cubicBezTo>
                        <a:pt x="3495" y="669"/>
                        <a:pt x="3645" y="520"/>
                        <a:pt x="3645" y="335"/>
                      </a:cubicBezTo>
                      <a:cubicBezTo>
                        <a:pt x="3645" y="151"/>
                        <a:pt x="3495" y="0"/>
                        <a:pt x="3310" y="0"/>
                      </a:cubicBezTo>
                      <a:lnTo>
                        <a:pt x="894" y="0"/>
                      </a:lnTo>
                      <a:cubicBezTo>
                        <a:pt x="710" y="0"/>
                        <a:pt x="560" y="151"/>
                        <a:pt x="560" y="335"/>
                      </a:cubicBezTo>
                      <a:cubicBezTo>
                        <a:pt x="560" y="520"/>
                        <a:pt x="710" y="669"/>
                        <a:pt x="894" y="669"/>
                      </a:cubicBezTo>
                      <a:lnTo>
                        <a:pt x="2013" y="669"/>
                      </a:lnTo>
                      <a:cubicBezTo>
                        <a:pt x="2197" y="669"/>
                        <a:pt x="2348" y="820"/>
                        <a:pt x="2348" y="1005"/>
                      </a:cubicBezTo>
                      <a:cubicBezTo>
                        <a:pt x="2348" y="1189"/>
                        <a:pt x="2197" y="1340"/>
                        <a:pt x="2013" y="1340"/>
                      </a:cubicBezTo>
                      <a:lnTo>
                        <a:pt x="334" y="1340"/>
                      </a:lnTo>
                      <a:cubicBezTo>
                        <a:pt x="150" y="1340"/>
                        <a:pt x="0" y="1490"/>
                        <a:pt x="0" y="1674"/>
                      </a:cubicBezTo>
                    </a:path>
                  </a:pathLst>
                </a:custGeom>
                <a:solidFill>
                  <a:srgbClr val="CC5E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0"/>
                <p:cNvSpPr/>
                <p:nvPr/>
              </p:nvSpPr>
              <p:spPr>
                <a:xfrm>
                  <a:off x="10317505" y="2488079"/>
                  <a:ext cx="76810" cy="76810"/>
                </a:xfrm>
                <a:custGeom>
                  <a:rect b="b" l="l" r="r" t="t"/>
                  <a:pathLst>
                    <a:path extrusionOk="0" h="175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5"/>
                        <a:pt x="134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0"/>
                <p:cNvSpPr/>
                <p:nvPr/>
              </p:nvSpPr>
              <p:spPr>
                <a:xfrm>
                  <a:off x="9929614" y="3501971"/>
                  <a:ext cx="74889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5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0"/>
                <p:cNvSpPr/>
                <p:nvPr/>
              </p:nvSpPr>
              <p:spPr>
                <a:xfrm>
                  <a:off x="9816320" y="2774196"/>
                  <a:ext cx="74890" cy="74890"/>
                </a:xfrm>
                <a:custGeom>
                  <a:rect b="b" l="l" r="r" t="t"/>
                  <a:pathLst>
                    <a:path extrusionOk="0" h="173" w="173">
                      <a:moveTo>
                        <a:pt x="172" y="85"/>
                      </a:moveTo>
                      <a:lnTo>
                        <a:pt x="172" y="85"/>
                      </a:lnTo>
                      <a:cubicBezTo>
                        <a:pt x="172" y="133"/>
                        <a:pt x="134" y="172"/>
                        <a:pt x="87" y="172"/>
                      </a:cubicBezTo>
                      <a:cubicBezTo>
                        <a:pt x="39" y="172"/>
                        <a:pt x="0" y="133"/>
                        <a:pt x="0" y="85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2" y="38"/>
                        <a:pt x="172" y="85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0"/>
                <p:cNvSpPr/>
                <p:nvPr/>
              </p:nvSpPr>
              <p:spPr>
                <a:xfrm>
                  <a:off x="9061661" y="2192360"/>
                  <a:ext cx="76810" cy="74889"/>
                </a:xfrm>
                <a:custGeom>
                  <a:rect b="b" l="l" r="r" t="t"/>
                  <a:pathLst>
                    <a:path extrusionOk="0" h="174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6"/>
                        <a:pt x="134" y="173"/>
                        <a:pt x="87" y="173"/>
                      </a:cubicBezTo>
                      <a:cubicBezTo>
                        <a:pt x="39" y="173"/>
                        <a:pt x="0" y="136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0"/>
                <p:cNvSpPr/>
                <p:nvPr/>
              </p:nvSpPr>
              <p:spPr>
                <a:xfrm>
                  <a:off x="8381893" y="4162537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10"/>
                <p:cNvSpPr/>
                <p:nvPr/>
              </p:nvSpPr>
              <p:spPr>
                <a:xfrm>
                  <a:off x="8942606" y="3327228"/>
                  <a:ext cx="74889" cy="74890"/>
                </a:xfrm>
                <a:custGeom>
                  <a:rect b="b" l="l" r="r" t="t"/>
                  <a:pathLst>
                    <a:path extrusionOk="0" h="174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3"/>
                        <a:pt x="87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10"/>
                <p:cNvSpPr/>
                <p:nvPr/>
              </p:nvSpPr>
              <p:spPr>
                <a:xfrm>
                  <a:off x="9326656" y="4262390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4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0"/>
                <p:cNvSpPr/>
                <p:nvPr/>
              </p:nvSpPr>
              <p:spPr>
                <a:xfrm>
                  <a:off x="10242615" y="3820732"/>
                  <a:ext cx="74890" cy="74889"/>
                </a:xfrm>
                <a:custGeom>
                  <a:rect b="b" l="l" r="r" t="t"/>
                  <a:pathLst>
                    <a:path extrusionOk="0" h="173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5" y="172"/>
                        <a:pt x="86" y="172"/>
                      </a:cubicBezTo>
                      <a:cubicBezTo>
                        <a:pt x="39" y="172"/>
                        <a:pt x="0" y="134"/>
                        <a:pt x="0" y="86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5" y="0"/>
                        <a:pt x="173" y="39"/>
                        <a:pt x="173" y="86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0"/>
                <p:cNvSpPr/>
                <p:nvPr/>
              </p:nvSpPr>
              <p:spPr>
                <a:xfrm>
                  <a:off x="10423118" y="2586011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2" y="104"/>
                      </a:cubicBezTo>
                      <a:cubicBezTo>
                        <a:pt x="22" y="104"/>
                        <a:pt x="0" y="81"/>
                        <a:pt x="0" y="52"/>
                      </a:cubicBezTo>
                      <a:cubicBezTo>
                        <a:pt x="0" y="24"/>
                        <a:pt x="22" y="0"/>
                        <a:pt x="52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0"/>
                <p:cNvSpPr/>
                <p:nvPr/>
              </p:nvSpPr>
              <p:spPr>
                <a:xfrm>
                  <a:off x="8420298" y="2985423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10"/>
                <p:cNvSpPr/>
                <p:nvPr/>
              </p:nvSpPr>
              <p:spPr>
                <a:xfrm>
                  <a:off x="9587810" y="3342589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0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0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10"/>
                <p:cNvSpPr/>
                <p:nvPr/>
              </p:nvSpPr>
              <p:spPr>
                <a:xfrm>
                  <a:off x="9224882" y="4316157"/>
                  <a:ext cx="46086" cy="46086"/>
                </a:xfrm>
                <a:custGeom>
                  <a:rect b="b" l="l" r="r" t="t"/>
                  <a:pathLst>
                    <a:path extrusionOk="0" h="105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0"/>
                        <a:pt x="82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1" name="Google Shape;471;p10"/>
                <p:cNvSpPr/>
                <p:nvPr/>
              </p:nvSpPr>
              <p:spPr>
                <a:xfrm>
                  <a:off x="10133161" y="403772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4" y="105"/>
                        <a:pt x="0" y="81"/>
                        <a:pt x="0" y="53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" name="Google Shape;472;p10"/>
                <p:cNvSpPr/>
                <p:nvPr/>
              </p:nvSpPr>
              <p:spPr>
                <a:xfrm>
                  <a:off x="8848513" y="2357502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4"/>
                        <a:pt x="52" y="104"/>
                      </a:cubicBezTo>
                      <a:cubicBezTo>
                        <a:pt x="22" y="104"/>
                        <a:pt x="0" y="81"/>
                        <a:pt x="0" y="52"/>
                      </a:cubicBezTo>
                      <a:cubicBezTo>
                        <a:pt x="0" y="23"/>
                        <a:pt x="22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" name="Google Shape;473;p10"/>
                <p:cNvSpPr/>
                <p:nvPr/>
              </p:nvSpPr>
              <p:spPr>
                <a:xfrm>
                  <a:off x="9966098" y="288172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1" y="105"/>
                        <a:pt x="52" y="105"/>
                      </a:cubicBezTo>
                      <a:cubicBezTo>
                        <a:pt x="23" y="105"/>
                        <a:pt x="0" y="82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" name="Google Shape;474;p10"/>
                <p:cNvSpPr/>
                <p:nvPr/>
              </p:nvSpPr>
              <p:spPr>
                <a:xfrm>
                  <a:off x="8921482" y="371703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0" y="105"/>
                        <a:pt x="52" y="105"/>
                      </a:cubicBezTo>
                      <a:cubicBezTo>
                        <a:pt x="22" y="105"/>
                        <a:pt x="0" y="81"/>
                        <a:pt x="0" y="53"/>
                      </a:cubicBezTo>
                      <a:cubicBezTo>
                        <a:pt x="0" y="24"/>
                        <a:pt x="22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5" name="Google Shape;475;p10"/>
                <p:cNvSpPr/>
                <p:nvPr/>
              </p:nvSpPr>
              <p:spPr>
                <a:xfrm>
                  <a:off x="8585439" y="4293114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3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10"/>
                <p:cNvSpPr/>
                <p:nvPr/>
              </p:nvSpPr>
              <p:spPr>
                <a:xfrm>
                  <a:off x="9136550" y="2962380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2" y="105"/>
                        <a:pt x="0" y="81"/>
                        <a:pt x="0" y="52"/>
                      </a:cubicBezTo>
                      <a:cubicBezTo>
                        <a:pt x="0" y="23"/>
                        <a:pt x="22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CC1E4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10"/>
                <p:cNvSpPr/>
                <p:nvPr/>
              </p:nvSpPr>
              <p:spPr>
                <a:xfrm>
                  <a:off x="8466384" y="3740082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" name="Google Shape;478;p10"/>
                <p:cNvSpPr/>
                <p:nvPr/>
              </p:nvSpPr>
              <p:spPr>
                <a:xfrm>
                  <a:off x="8765943" y="2831803"/>
                  <a:ext cx="733536" cy="261154"/>
                </a:xfrm>
                <a:custGeom>
                  <a:rect b="b" l="l" r="r" t="t"/>
                  <a:pathLst>
                    <a:path extrusionOk="0" h="601" w="1685">
                      <a:moveTo>
                        <a:pt x="1385" y="600"/>
                      </a:moveTo>
                      <a:lnTo>
                        <a:pt x="299" y="600"/>
                      </a:lnTo>
                      <a:cubicBezTo>
                        <a:pt x="134" y="600"/>
                        <a:pt x="0" y="465"/>
                        <a:pt x="0" y="300"/>
                      </a:cubicBezTo>
                      <a:cubicBezTo>
                        <a:pt x="0" y="134"/>
                        <a:pt x="134" y="0"/>
                        <a:pt x="299" y="0"/>
                      </a:cubicBezTo>
                      <a:lnTo>
                        <a:pt x="1385" y="0"/>
                      </a:lnTo>
                      <a:cubicBezTo>
                        <a:pt x="1550" y="0"/>
                        <a:pt x="1684" y="134"/>
                        <a:pt x="1684" y="300"/>
                      </a:cubicBezTo>
                      <a:cubicBezTo>
                        <a:pt x="1684" y="465"/>
                        <a:pt x="1550" y="600"/>
                        <a:pt x="1385" y="600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" name="Google Shape;479;p10"/>
                <p:cNvSpPr/>
                <p:nvPr/>
              </p:nvSpPr>
              <p:spPr>
                <a:xfrm>
                  <a:off x="10083235" y="3501971"/>
                  <a:ext cx="618321" cy="261154"/>
                </a:xfrm>
                <a:custGeom>
                  <a:rect b="b" l="l" r="r" t="t"/>
                  <a:pathLst>
                    <a:path extrusionOk="0" h="601" w="1420">
                      <a:moveTo>
                        <a:pt x="1120" y="600"/>
                      </a:moveTo>
                      <a:lnTo>
                        <a:pt x="299" y="600"/>
                      </a:lnTo>
                      <a:cubicBezTo>
                        <a:pt x="133" y="600"/>
                        <a:pt x="0" y="466"/>
                        <a:pt x="0" y="301"/>
                      </a:cubicBezTo>
                      <a:cubicBezTo>
                        <a:pt x="0" y="135"/>
                        <a:pt x="133" y="0"/>
                        <a:pt x="299" y="0"/>
                      </a:cubicBezTo>
                      <a:lnTo>
                        <a:pt x="1120" y="0"/>
                      </a:lnTo>
                      <a:cubicBezTo>
                        <a:pt x="1284" y="0"/>
                        <a:pt x="1419" y="135"/>
                        <a:pt x="1419" y="301"/>
                      </a:cubicBezTo>
                      <a:cubicBezTo>
                        <a:pt x="1419" y="466"/>
                        <a:pt x="1284" y="600"/>
                        <a:pt x="1120" y="600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0" name="Google Shape;480;p10"/>
                <p:cNvSpPr/>
                <p:nvPr/>
              </p:nvSpPr>
              <p:spPr>
                <a:xfrm>
                  <a:off x="9324735" y="2100188"/>
                  <a:ext cx="618321" cy="261154"/>
                </a:xfrm>
                <a:custGeom>
                  <a:rect b="b" l="l" r="r" t="t"/>
                  <a:pathLst>
                    <a:path extrusionOk="0" h="600" w="1420">
                      <a:moveTo>
                        <a:pt x="1120" y="599"/>
                      </a:moveTo>
                      <a:lnTo>
                        <a:pt x="301" y="599"/>
                      </a:lnTo>
                      <a:cubicBezTo>
                        <a:pt x="135" y="599"/>
                        <a:pt x="0" y="465"/>
                        <a:pt x="0" y="300"/>
                      </a:cubicBezTo>
                      <a:cubicBezTo>
                        <a:pt x="0" y="135"/>
                        <a:pt x="135" y="0"/>
                        <a:pt x="301" y="0"/>
                      </a:cubicBezTo>
                      <a:lnTo>
                        <a:pt x="1120" y="0"/>
                      </a:lnTo>
                      <a:cubicBezTo>
                        <a:pt x="1285" y="0"/>
                        <a:pt x="1419" y="135"/>
                        <a:pt x="1419" y="300"/>
                      </a:cubicBezTo>
                      <a:cubicBezTo>
                        <a:pt x="1419" y="465"/>
                        <a:pt x="1285" y="599"/>
                        <a:pt x="1120" y="599"/>
                      </a:cubicBezTo>
                    </a:path>
                  </a:pathLst>
                </a:custGeom>
                <a:solidFill>
                  <a:srgbClr val="2F54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1" name="Google Shape;481;p10"/>
                <p:cNvSpPr/>
                <p:nvPr/>
              </p:nvSpPr>
              <p:spPr>
                <a:xfrm>
                  <a:off x="9507159" y="4106849"/>
                  <a:ext cx="814186" cy="522308"/>
                </a:xfrm>
                <a:custGeom>
                  <a:rect b="b" l="l" r="r" t="t"/>
                  <a:pathLst>
                    <a:path extrusionOk="0" h="1201" w="1870">
                      <a:moveTo>
                        <a:pt x="1568" y="600"/>
                      </a:moveTo>
                      <a:lnTo>
                        <a:pt x="1120" y="600"/>
                      </a:lnTo>
                      <a:cubicBezTo>
                        <a:pt x="1286" y="600"/>
                        <a:pt x="1419" y="467"/>
                        <a:pt x="1419" y="301"/>
                      </a:cubicBezTo>
                      <a:cubicBezTo>
                        <a:pt x="1419" y="135"/>
                        <a:pt x="1286" y="0"/>
                        <a:pt x="1120" y="0"/>
                      </a:cubicBezTo>
                      <a:lnTo>
                        <a:pt x="300" y="0"/>
                      </a:lnTo>
                      <a:cubicBezTo>
                        <a:pt x="134" y="0"/>
                        <a:pt x="0" y="135"/>
                        <a:pt x="0" y="301"/>
                      </a:cubicBezTo>
                      <a:cubicBezTo>
                        <a:pt x="0" y="467"/>
                        <a:pt x="134" y="600"/>
                        <a:pt x="300" y="600"/>
                      </a:cubicBezTo>
                      <a:lnTo>
                        <a:pt x="749" y="600"/>
                      </a:lnTo>
                      <a:cubicBezTo>
                        <a:pt x="583" y="600"/>
                        <a:pt x="448" y="735"/>
                        <a:pt x="448" y="900"/>
                      </a:cubicBezTo>
                      <a:cubicBezTo>
                        <a:pt x="448" y="1066"/>
                        <a:pt x="583" y="1200"/>
                        <a:pt x="749" y="1200"/>
                      </a:cubicBezTo>
                      <a:lnTo>
                        <a:pt x="1568" y="1200"/>
                      </a:lnTo>
                      <a:cubicBezTo>
                        <a:pt x="1734" y="1200"/>
                        <a:pt x="1869" y="1066"/>
                        <a:pt x="1869" y="900"/>
                      </a:cubicBezTo>
                      <a:cubicBezTo>
                        <a:pt x="1869" y="735"/>
                        <a:pt x="1734" y="600"/>
                        <a:pt x="1568" y="600"/>
                      </a:cubicBezTo>
                    </a:path>
                  </a:pathLst>
                </a:custGeom>
                <a:solidFill>
                  <a:srgbClr val="54813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2" name="Google Shape;482;p10"/>
            <p:cNvGrpSpPr/>
            <p:nvPr/>
          </p:nvGrpSpPr>
          <p:grpSpPr>
            <a:xfrm>
              <a:off x="9682361" y="-393904"/>
              <a:ext cx="3119241" cy="7745642"/>
              <a:chOff x="9619297" y="-518940"/>
              <a:chExt cx="3119241" cy="7745642"/>
            </a:xfrm>
          </p:grpSpPr>
          <p:grpSp>
            <p:nvGrpSpPr>
              <p:cNvPr id="483" name="Google Shape;483;p10"/>
              <p:cNvGrpSpPr/>
              <p:nvPr/>
            </p:nvGrpSpPr>
            <p:grpSpPr>
              <a:xfrm>
                <a:off x="9814046" y="2006886"/>
                <a:ext cx="2924492" cy="2528094"/>
                <a:chOff x="1751269" y="-543996"/>
                <a:chExt cx="2728676" cy="2359988"/>
              </a:xfrm>
            </p:grpSpPr>
            <p:sp>
              <p:nvSpPr>
                <p:cNvPr id="484" name="Google Shape;484;p10"/>
                <p:cNvSpPr/>
                <p:nvPr/>
              </p:nvSpPr>
              <p:spPr>
                <a:xfrm>
                  <a:off x="1751269" y="-543996"/>
                  <a:ext cx="2206368" cy="2008582"/>
                </a:xfrm>
                <a:custGeom>
                  <a:rect b="b" l="l" r="r" t="t"/>
                  <a:pathLst>
                    <a:path extrusionOk="0" h="4613" w="5068">
                      <a:moveTo>
                        <a:pt x="4606" y="1844"/>
                      </a:moveTo>
                      <a:lnTo>
                        <a:pt x="3880" y="1844"/>
                      </a:lnTo>
                      <a:cubicBezTo>
                        <a:pt x="4135" y="1844"/>
                        <a:pt x="4341" y="1638"/>
                        <a:pt x="4341" y="1383"/>
                      </a:cubicBezTo>
                      <a:cubicBezTo>
                        <a:pt x="4341" y="1128"/>
                        <a:pt x="4135" y="922"/>
                        <a:pt x="3880" y="922"/>
                      </a:cubicBezTo>
                      <a:lnTo>
                        <a:pt x="2933" y="922"/>
                      </a:lnTo>
                      <a:cubicBezTo>
                        <a:pt x="3188" y="922"/>
                        <a:pt x="3394" y="716"/>
                        <a:pt x="3394" y="461"/>
                      </a:cubicBezTo>
                      <a:cubicBezTo>
                        <a:pt x="3394" y="206"/>
                        <a:pt x="3188" y="0"/>
                        <a:pt x="2933" y="0"/>
                      </a:cubicBezTo>
                      <a:lnTo>
                        <a:pt x="1409" y="0"/>
                      </a:lnTo>
                      <a:cubicBezTo>
                        <a:pt x="1154" y="0"/>
                        <a:pt x="946" y="206"/>
                        <a:pt x="946" y="461"/>
                      </a:cubicBezTo>
                      <a:cubicBezTo>
                        <a:pt x="946" y="716"/>
                        <a:pt x="1154" y="922"/>
                        <a:pt x="1409" y="922"/>
                      </a:cubicBezTo>
                      <a:lnTo>
                        <a:pt x="461" y="922"/>
                      </a:lnTo>
                      <a:cubicBezTo>
                        <a:pt x="206" y="922"/>
                        <a:pt x="0" y="1128"/>
                        <a:pt x="0" y="1383"/>
                      </a:cubicBezTo>
                      <a:cubicBezTo>
                        <a:pt x="0" y="1638"/>
                        <a:pt x="206" y="1844"/>
                        <a:pt x="461" y="1844"/>
                      </a:cubicBezTo>
                      <a:lnTo>
                        <a:pt x="1199" y="1844"/>
                      </a:lnTo>
                      <a:cubicBezTo>
                        <a:pt x="1454" y="1844"/>
                        <a:pt x="1660" y="2052"/>
                        <a:pt x="1660" y="2307"/>
                      </a:cubicBezTo>
                      <a:cubicBezTo>
                        <a:pt x="1660" y="2560"/>
                        <a:pt x="1454" y="2767"/>
                        <a:pt x="1199" y="2767"/>
                      </a:cubicBezTo>
                      <a:lnTo>
                        <a:pt x="461" y="2767"/>
                      </a:lnTo>
                      <a:cubicBezTo>
                        <a:pt x="206" y="2767"/>
                        <a:pt x="0" y="2974"/>
                        <a:pt x="0" y="3228"/>
                      </a:cubicBezTo>
                      <a:cubicBezTo>
                        <a:pt x="0" y="3483"/>
                        <a:pt x="206" y="3690"/>
                        <a:pt x="461" y="3690"/>
                      </a:cubicBezTo>
                      <a:lnTo>
                        <a:pt x="1900" y="3690"/>
                      </a:lnTo>
                      <a:cubicBezTo>
                        <a:pt x="1645" y="3690"/>
                        <a:pt x="1439" y="3896"/>
                        <a:pt x="1439" y="4151"/>
                      </a:cubicBezTo>
                      <a:cubicBezTo>
                        <a:pt x="1439" y="4406"/>
                        <a:pt x="1645" y="4612"/>
                        <a:pt x="1900" y="4612"/>
                      </a:cubicBezTo>
                      <a:lnTo>
                        <a:pt x="4477" y="4612"/>
                      </a:lnTo>
                      <a:cubicBezTo>
                        <a:pt x="4732" y="4612"/>
                        <a:pt x="4938" y="4406"/>
                        <a:pt x="4938" y="4151"/>
                      </a:cubicBezTo>
                      <a:cubicBezTo>
                        <a:pt x="4938" y="3896"/>
                        <a:pt x="4732" y="3690"/>
                        <a:pt x="4477" y="3690"/>
                      </a:cubicBezTo>
                      <a:lnTo>
                        <a:pt x="3781" y="3690"/>
                      </a:lnTo>
                      <a:cubicBezTo>
                        <a:pt x="3528" y="3690"/>
                        <a:pt x="3320" y="3483"/>
                        <a:pt x="3320" y="3228"/>
                      </a:cubicBezTo>
                      <a:cubicBezTo>
                        <a:pt x="3320" y="2974"/>
                        <a:pt x="3528" y="2767"/>
                        <a:pt x="3781" y="2767"/>
                      </a:cubicBezTo>
                      <a:lnTo>
                        <a:pt x="4606" y="2767"/>
                      </a:lnTo>
                      <a:cubicBezTo>
                        <a:pt x="4861" y="2767"/>
                        <a:pt x="5067" y="2560"/>
                        <a:pt x="5067" y="2307"/>
                      </a:cubicBezTo>
                      <a:cubicBezTo>
                        <a:pt x="5067" y="2052"/>
                        <a:pt x="4861" y="1844"/>
                        <a:pt x="4606" y="1844"/>
                      </a:cubicBezTo>
                    </a:path>
                  </a:pathLst>
                </a:custGeom>
                <a:solidFill>
                  <a:srgbClr val="E22D2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10"/>
                <p:cNvSpPr/>
                <p:nvPr/>
              </p:nvSpPr>
              <p:spPr>
                <a:xfrm>
                  <a:off x="4057490" y="1063254"/>
                  <a:ext cx="422455" cy="401332"/>
                </a:xfrm>
                <a:custGeom>
                  <a:rect b="b" l="l" r="r" t="t"/>
                  <a:pathLst>
                    <a:path extrusionOk="0" h="923" w="972">
                      <a:moveTo>
                        <a:pt x="510" y="0"/>
                      </a:moveTo>
                      <a:lnTo>
                        <a:pt x="461" y="0"/>
                      </a:lnTo>
                      <a:cubicBezTo>
                        <a:pt x="206" y="0"/>
                        <a:pt x="0" y="206"/>
                        <a:pt x="0" y="461"/>
                      </a:cubicBezTo>
                      <a:cubicBezTo>
                        <a:pt x="0" y="716"/>
                        <a:pt x="206" y="922"/>
                        <a:pt x="461" y="922"/>
                      </a:cubicBezTo>
                      <a:lnTo>
                        <a:pt x="510" y="922"/>
                      </a:lnTo>
                      <a:cubicBezTo>
                        <a:pt x="765" y="922"/>
                        <a:pt x="971" y="716"/>
                        <a:pt x="971" y="461"/>
                      </a:cubicBezTo>
                      <a:cubicBezTo>
                        <a:pt x="971" y="206"/>
                        <a:pt x="765" y="0"/>
                        <a:pt x="510" y="0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10"/>
                <p:cNvSpPr/>
                <p:nvPr/>
              </p:nvSpPr>
              <p:spPr>
                <a:xfrm>
                  <a:off x="1949055" y="-298204"/>
                  <a:ext cx="74889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4"/>
                        <a:pt x="135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8"/>
                        <a:pt x="39" y="0"/>
                        <a:pt x="87" y="0"/>
                      </a:cubicBezTo>
                      <a:cubicBezTo>
                        <a:pt x="135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10"/>
                <p:cNvSpPr/>
                <p:nvPr/>
              </p:nvSpPr>
              <p:spPr>
                <a:xfrm>
                  <a:off x="2671069" y="656160"/>
                  <a:ext cx="74889" cy="74889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4"/>
                        <a:pt x="133" y="173"/>
                        <a:pt x="86" y="173"/>
                      </a:cubicBezTo>
                      <a:cubicBezTo>
                        <a:pt x="38" y="173"/>
                        <a:pt x="0" y="134"/>
                        <a:pt x="0" y="86"/>
                      </a:cubicBezTo>
                      <a:cubicBezTo>
                        <a:pt x="0" y="38"/>
                        <a:pt x="38" y="0"/>
                        <a:pt x="86" y="0"/>
                      </a:cubicBezTo>
                      <a:cubicBezTo>
                        <a:pt x="133" y="0"/>
                        <a:pt x="172" y="38"/>
                        <a:pt x="172" y="86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10"/>
                <p:cNvSpPr/>
                <p:nvPr/>
              </p:nvSpPr>
              <p:spPr>
                <a:xfrm>
                  <a:off x="4057490" y="517902"/>
                  <a:ext cx="74889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4"/>
                        <a:pt x="134" y="172"/>
                        <a:pt x="87" y="172"/>
                      </a:cubicBezTo>
                      <a:cubicBezTo>
                        <a:pt x="38" y="172"/>
                        <a:pt x="0" y="134"/>
                        <a:pt x="0" y="87"/>
                      </a:cubicBezTo>
                      <a:cubicBezTo>
                        <a:pt x="0" y="39"/>
                        <a:pt x="38" y="0"/>
                        <a:pt x="87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10"/>
                <p:cNvSpPr/>
                <p:nvPr/>
              </p:nvSpPr>
              <p:spPr>
                <a:xfrm>
                  <a:off x="4001802" y="592791"/>
                  <a:ext cx="46086" cy="46086"/>
                </a:xfrm>
                <a:custGeom>
                  <a:rect b="b" l="l" r="r" t="t"/>
                  <a:pathLst>
                    <a:path extrusionOk="0" h="107" w="106">
                      <a:moveTo>
                        <a:pt x="105" y="54"/>
                      </a:moveTo>
                      <a:lnTo>
                        <a:pt x="105" y="54"/>
                      </a:lnTo>
                      <a:cubicBezTo>
                        <a:pt x="105" y="83"/>
                        <a:pt x="81" y="106"/>
                        <a:pt x="53" y="106"/>
                      </a:cubicBezTo>
                      <a:cubicBezTo>
                        <a:pt x="24" y="106"/>
                        <a:pt x="0" y="83"/>
                        <a:pt x="0" y="54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1" y="0"/>
                        <a:pt x="105" y="24"/>
                        <a:pt x="105" y="54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10"/>
                <p:cNvSpPr/>
                <p:nvPr/>
              </p:nvSpPr>
              <p:spPr>
                <a:xfrm>
                  <a:off x="2832370" y="-48638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0" y="105"/>
                        <a:pt x="52" y="105"/>
                      </a:cubicBezTo>
                      <a:cubicBezTo>
                        <a:pt x="23" y="105"/>
                        <a:pt x="0" y="82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10"/>
                <p:cNvSpPr/>
                <p:nvPr/>
              </p:nvSpPr>
              <p:spPr>
                <a:xfrm>
                  <a:off x="2832370" y="786737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0" y="105"/>
                        <a:pt x="52" y="105"/>
                      </a:cubicBezTo>
                      <a:cubicBezTo>
                        <a:pt x="23" y="105"/>
                        <a:pt x="0" y="81"/>
                        <a:pt x="0" y="52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10"/>
                <p:cNvSpPr/>
                <p:nvPr/>
              </p:nvSpPr>
              <p:spPr>
                <a:xfrm>
                  <a:off x="3037836" y="-12087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1" y="105"/>
                        <a:pt x="53" y="105"/>
                      </a:cubicBezTo>
                      <a:cubicBezTo>
                        <a:pt x="24" y="105"/>
                        <a:pt x="0" y="81"/>
                        <a:pt x="0" y="53"/>
                      </a:cubicBezTo>
                      <a:cubicBezTo>
                        <a:pt x="0" y="23"/>
                        <a:pt x="24" y="0"/>
                        <a:pt x="53" y="0"/>
                      </a:cubicBezTo>
                      <a:cubicBezTo>
                        <a:pt x="81" y="0"/>
                        <a:pt x="105" y="23"/>
                        <a:pt x="105" y="53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10"/>
                <p:cNvSpPr/>
                <p:nvPr/>
              </p:nvSpPr>
              <p:spPr>
                <a:xfrm>
                  <a:off x="3400764" y="400766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4" y="22"/>
                        <a:pt x="104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10"/>
                <p:cNvSpPr/>
                <p:nvPr/>
              </p:nvSpPr>
              <p:spPr>
                <a:xfrm>
                  <a:off x="3158813" y="571669"/>
                  <a:ext cx="46086" cy="46086"/>
                </a:xfrm>
                <a:custGeom>
                  <a:rect b="b" l="l" r="r" t="t"/>
                  <a:pathLst>
                    <a:path extrusionOk="0" h="107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2"/>
                        <a:pt x="82" y="106"/>
                        <a:pt x="52" y="106"/>
                      </a:cubicBezTo>
                      <a:cubicBezTo>
                        <a:pt x="24" y="106"/>
                        <a:pt x="0" y="82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2" y="0"/>
                        <a:pt x="106" y="24"/>
                        <a:pt x="106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10"/>
                <p:cNvSpPr/>
                <p:nvPr/>
              </p:nvSpPr>
              <p:spPr>
                <a:xfrm>
                  <a:off x="2162202" y="51281"/>
                  <a:ext cx="46086" cy="46086"/>
                </a:xfrm>
                <a:custGeom>
                  <a:rect b="b" l="l" r="r" t="t"/>
                  <a:pathLst>
                    <a:path extrusionOk="0" h="106" w="107">
                      <a:moveTo>
                        <a:pt x="106" y="53"/>
                      </a:moveTo>
                      <a:lnTo>
                        <a:pt x="106" y="53"/>
                      </a:lnTo>
                      <a:cubicBezTo>
                        <a:pt x="106" y="81"/>
                        <a:pt x="82" y="105"/>
                        <a:pt x="53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2" y="0"/>
                        <a:pt x="106" y="24"/>
                        <a:pt x="106" y="53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10"/>
                <p:cNvSpPr/>
                <p:nvPr/>
              </p:nvSpPr>
              <p:spPr>
                <a:xfrm>
                  <a:off x="1927932" y="1124701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4" y="105"/>
                        <a:pt x="0" y="81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10"/>
                <p:cNvSpPr/>
                <p:nvPr/>
              </p:nvSpPr>
              <p:spPr>
                <a:xfrm>
                  <a:off x="2162202" y="556307"/>
                  <a:ext cx="46086" cy="46086"/>
                </a:xfrm>
                <a:custGeom>
                  <a:rect b="b" l="l" r="r" t="t"/>
                  <a:pathLst>
                    <a:path extrusionOk="0" h="105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1"/>
                        <a:pt x="82" y="104"/>
                        <a:pt x="53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2" y="0"/>
                        <a:pt x="106" y="24"/>
                        <a:pt x="106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10"/>
                <p:cNvSpPr/>
                <p:nvPr/>
              </p:nvSpPr>
              <p:spPr>
                <a:xfrm>
                  <a:off x="3742569" y="1658531"/>
                  <a:ext cx="46086" cy="46086"/>
                </a:xfrm>
                <a:custGeom>
                  <a:rect b="b" l="l" r="r" t="t"/>
                  <a:pathLst>
                    <a:path extrusionOk="0" h="105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1"/>
                        <a:pt x="82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2"/>
                        <a:pt x="24" y="0"/>
                        <a:pt x="52" y="0"/>
                      </a:cubicBezTo>
                      <a:cubicBezTo>
                        <a:pt x="82" y="0"/>
                        <a:pt x="106" y="22"/>
                        <a:pt x="106" y="52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10"/>
                <p:cNvSpPr/>
                <p:nvPr/>
              </p:nvSpPr>
              <p:spPr>
                <a:xfrm>
                  <a:off x="2573136" y="1286002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1"/>
                        <a:pt x="81" y="105"/>
                        <a:pt x="52" y="105"/>
                      </a:cubicBezTo>
                      <a:cubicBezTo>
                        <a:pt x="23" y="105"/>
                        <a:pt x="0" y="81"/>
                        <a:pt x="0" y="53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3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10"/>
                <p:cNvSpPr/>
                <p:nvPr/>
              </p:nvSpPr>
              <p:spPr>
                <a:xfrm>
                  <a:off x="3652317" y="1537554"/>
                  <a:ext cx="74890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5" y="174"/>
                        <a:pt x="86" y="174"/>
                      </a:cubicBezTo>
                      <a:cubicBezTo>
                        <a:pt x="38" y="174"/>
                        <a:pt x="0" y="135"/>
                        <a:pt x="0" y="87"/>
                      </a:cubicBezTo>
                      <a:cubicBezTo>
                        <a:pt x="0" y="39"/>
                        <a:pt x="38" y="0"/>
                        <a:pt x="86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10"/>
                <p:cNvSpPr/>
                <p:nvPr/>
              </p:nvSpPr>
              <p:spPr>
                <a:xfrm>
                  <a:off x="2709474" y="1293683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10"/>
                <p:cNvSpPr/>
                <p:nvPr/>
              </p:nvSpPr>
              <p:spPr>
                <a:xfrm>
                  <a:off x="3120408" y="47441"/>
                  <a:ext cx="74889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3"/>
                        <a:pt x="134" y="172"/>
                        <a:pt x="86" y="172"/>
                      </a:cubicBezTo>
                      <a:cubicBezTo>
                        <a:pt x="39" y="172"/>
                        <a:pt x="0" y="133"/>
                        <a:pt x="0" y="87"/>
                      </a:cubicBezTo>
                      <a:cubicBezTo>
                        <a:pt x="0" y="38"/>
                        <a:pt x="39" y="0"/>
                        <a:pt x="86" y="0"/>
                      </a:cubicBezTo>
                      <a:cubicBezTo>
                        <a:pt x="134" y="0"/>
                        <a:pt x="173" y="38"/>
                        <a:pt x="173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10"/>
                <p:cNvSpPr/>
                <p:nvPr/>
              </p:nvSpPr>
              <p:spPr>
                <a:xfrm>
                  <a:off x="1789675" y="1199591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8" y="173"/>
                        <a:pt x="0" y="135"/>
                        <a:pt x="0" y="87"/>
                      </a:cubicBezTo>
                      <a:cubicBezTo>
                        <a:pt x="0" y="38"/>
                        <a:pt x="38" y="0"/>
                        <a:pt x="86" y="0"/>
                      </a:cubicBezTo>
                      <a:cubicBezTo>
                        <a:pt x="134" y="0"/>
                        <a:pt x="173" y="38"/>
                        <a:pt x="173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10"/>
                <p:cNvSpPr/>
                <p:nvPr/>
              </p:nvSpPr>
              <p:spPr>
                <a:xfrm>
                  <a:off x="3239463" y="-63934"/>
                  <a:ext cx="74889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3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3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B52B2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10"/>
                <p:cNvSpPr/>
                <p:nvPr/>
              </p:nvSpPr>
              <p:spPr>
                <a:xfrm>
                  <a:off x="2233252" y="114650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4"/>
                        <a:pt x="87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10"/>
                <p:cNvSpPr/>
                <p:nvPr/>
              </p:nvSpPr>
              <p:spPr>
                <a:xfrm>
                  <a:off x="2922621" y="-526714"/>
                  <a:ext cx="1359537" cy="551111"/>
                </a:xfrm>
                <a:custGeom>
                  <a:rect b="b" l="l" r="r" t="t"/>
                  <a:pathLst>
                    <a:path extrusionOk="0" h="1265" w="3124">
                      <a:moveTo>
                        <a:pt x="2807" y="0"/>
                      </a:moveTo>
                      <a:lnTo>
                        <a:pt x="1134" y="0"/>
                      </a:lnTo>
                      <a:cubicBezTo>
                        <a:pt x="959" y="0"/>
                        <a:pt x="817" y="141"/>
                        <a:pt x="817" y="316"/>
                      </a:cubicBezTo>
                      <a:cubicBezTo>
                        <a:pt x="817" y="490"/>
                        <a:pt x="959" y="631"/>
                        <a:pt x="1134" y="631"/>
                      </a:cubicBezTo>
                      <a:lnTo>
                        <a:pt x="316" y="631"/>
                      </a:lnTo>
                      <a:cubicBezTo>
                        <a:pt x="142" y="631"/>
                        <a:pt x="0" y="772"/>
                        <a:pt x="0" y="947"/>
                      </a:cubicBezTo>
                      <a:cubicBezTo>
                        <a:pt x="0" y="1122"/>
                        <a:pt x="142" y="1264"/>
                        <a:pt x="316" y="1264"/>
                      </a:cubicBezTo>
                      <a:lnTo>
                        <a:pt x="1990" y="1264"/>
                      </a:lnTo>
                      <a:cubicBezTo>
                        <a:pt x="2164" y="1264"/>
                        <a:pt x="2306" y="1122"/>
                        <a:pt x="2306" y="947"/>
                      </a:cubicBezTo>
                      <a:cubicBezTo>
                        <a:pt x="2306" y="772"/>
                        <a:pt x="2164" y="631"/>
                        <a:pt x="1990" y="631"/>
                      </a:cubicBezTo>
                      <a:lnTo>
                        <a:pt x="2807" y="631"/>
                      </a:lnTo>
                      <a:cubicBezTo>
                        <a:pt x="2981" y="631"/>
                        <a:pt x="3123" y="490"/>
                        <a:pt x="3123" y="316"/>
                      </a:cubicBezTo>
                      <a:cubicBezTo>
                        <a:pt x="3123" y="141"/>
                        <a:pt x="2981" y="0"/>
                        <a:pt x="2807" y="0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10"/>
                <p:cNvSpPr/>
                <p:nvPr/>
              </p:nvSpPr>
              <p:spPr>
                <a:xfrm>
                  <a:off x="2052749" y="1264880"/>
                  <a:ext cx="1282727" cy="551112"/>
                </a:xfrm>
                <a:custGeom>
                  <a:rect b="b" l="l" r="r" t="t"/>
                  <a:pathLst>
                    <a:path extrusionOk="0" h="1266" w="2945">
                      <a:moveTo>
                        <a:pt x="2627" y="633"/>
                      </a:moveTo>
                      <a:lnTo>
                        <a:pt x="1991" y="633"/>
                      </a:lnTo>
                      <a:cubicBezTo>
                        <a:pt x="2166" y="633"/>
                        <a:pt x="2307" y="490"/>
                        <a:pt x="2307" y="316"/>
                      </a:cubicBezTo>
                      <a:cubicBezTo>
                        <a:pt x="2307" y="141"/>
                        <a:pt x="2166" y="0"/>
                        <a:pt x="1991" y="0"/>
                      </a:cubicBezTo>
                      <a:lnTo>
                        <a:pt x="316" y="0"/>
                      </a:lnTo>
                      <a:cubicBezTo>
                        <a:pt x="141" y="0"/>
                        <a:pt x="0" y="141"/>
                        <a:pt x="0" y="316"/>
                      </a:cubicBezTo>
                      <a:cubicBezTo>
                        <a:pt x="0" y="490"/>
                        <a:pt x="141" y="633"/>
                        <a:pt x="316" y="633"/>
                      </a:cubicBezTo>
                      <a:lnTo>
                        <a:pt x="953" y="633"/>
                      </a:lnTo>
                      <a:cubicBezTo>
                        <a:pt x="778" y="633"/>
                        <a:pt x="637" y="774"/>
                        <a:pt x="637" y="948"/>
                      </a:cubicBezTo>
                      <a:cubicBezTo>
                        <a:pt x="637" y="1123"/>
                        <a:pt x="778" y="1265"/>
                        <a:pt x="953" y="1265"/>
                      </a:cubicBezTo>
                      <a:lnTo>
                        <a:pt x="2627" y="1265"/>
                      </a:lnTo>
                      <a:cubicBezTo>
                        <a:pt x="2802" y="1265"/>
                        <a:pt x="2944" y="1123"/>
                        <a:pt x="2944" y="948"/>
                      </a:cubicBezTo>
                      <a:cubicBezTo>
                        <a:pt x="2944" y="774"/>
                        <a:pt x="2802" y="633"/>
                        <a:pt x="2627" y="633"/>
                      </a:cubicBezTo>
                    </a:path>
                  </a:pathLst>
                </a:custGeom>
                <a:solidFill>
                  <a:srgbClr val="2E75B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8" name="Google Shape;508;p10"/>
              <p:cNvGrpSpPr/>
              <p:nvPr/>
            </p:nvGrpSpPr>
            <p:grpSpPr>
              <a:xfrm>
                <a:off x="9828487" y="4458727"/>
                <a:ext cx="2836024" cy="2767975"/>
                <a:chOff x="4958087" y="4848065"/>
                <a:chExt cx="2646105" cy="2582737"/>
              </a:xfrm>
            </p:grpSpPr>
            <p:sp>
              <p:nvSpPr>
                <p:cNvPr id="509" name="Google Shape;509;p10"/>
                <p:cNvSpPr/>
                <p:nvPr/>
              </p:nvSpPr>
              <p:spPr>
                <a:xfrm>
                  <a:off x="4958087" y="6355463"/>
                  <a:ext cx="395572" cy="380210"/>
                </a:xfrm>
                <a:custGeom>
                  <a:rect b="b" l="l" r="r" t="t"/>
                  <a:pathLst>
                    <a:path extrusionOk="0" h="875" w="910">
                      <a:moveTo>
                        <a:pt x="472" y="0"/>
                      </a:moveTo>
                      <a:lnTo>
                        <a:pt x="436" y="0"/>
                      </a:lnTo>
                      <a:cubicBezTo>
                        <a:pt x="196" y="0"/>
                        <a:pt x="0" y="196"/>
                        <a:pt x="0" y="438"/>
                      </a:cubicBezTo>
                      <a:cubicBezTo>
                        <a:pt x="0" y="679"/>
                        <a:pt x="196" y="874"/>
                        <a:pt x="436" y="874"/>
                      </a:cubicBezTo>
                      <a:lnTo>
                        <a:pt x="472" y="874"/>
                      </a:lnTo>
                      <a:cubicBezTo>
                        <a:pt x="714" y="874"/>
                        <a:pt x="909" y="679"/>
                        <a:pt x="909" y="438"/>
                      </a:cubicBezTo>
                      <a:cubicBezTo>
                        <a:pt x="909" y="196"/>
                        <a:pt x="714" y="0"/>
                        <a:pt x="472" y="0"/>
                      </a:cubicBezTo>
                    </a:path>
                  </a:pathLst>
                </a:custGeom>
                <a:solidFill>
                  <a:srgbClr val="049E4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10"/>
                <p:cNvSpPr/>
                <p:nvPr/>
              </p:nvSpPr>
              <p:spPr>
                <a:xfrm>
                  <a:off x="4958087" y="4848065"/>
                  <a:ext cx="2646105" cy="2267816"/>
                </a:xfrm>
                <a:custGeom>
                  <a:rect b="b" l="l" r="r" t="t"/>
                  <a:pathLst>
                    <a:path extrusionOk="0" h="5208" w="6078">
                      <a:moveTo>
                        <a:pt x="5641" y="874"/>
                      </a:moveTo>
                      <a:lnTo>
                        <a:pt x="4986" y="874"/>
                      </a:lnTo>
                      <a:cubicBezTo>
                        <a:pt x="5227" y="874"/>
                        <a:pt x="5423" y="679"/>
                        <a:pt x="5423" y="438"/>
                      </a:cubicBezTo>
                      <a:cubicBezTo>
                        <a:pt x="5423" y="197"/>
                        <a:pt x="5227" y="0"/>
                        <a:pt x="4986" y="0"/>
                      </a:cubicBezTo>
                      <a:lnTo>
                        <a:pt x="3166" y="0"/>
                      </a:lnTo>
                      <a:cubicBezTo>
                        <a:pt x="2924" y="0"/>
                        <a:pt x="2730" y="197"/>
                        <a:pt x="2730" y="438"/>
                      </a:cubicBezTo>
                      <a:cubicBezTo>
                        <a:pt x="2730" y="679"/>
                        <a:pt x="2924" y="874"/>
                        <a:pt x="3166" y="874"/>
                      </a:cubicBezTo>
                      <a:lnTo>
                        <a:pt x="1948" y="874"/>
                      </a:lnTo>
                      <a:cubicBezTo>
                        <a:pt x="1706" y="874"/>
                        <a:pt x="1510" y="1069"/>
                        <a:pt x="1510" y="1311"/>
                      </a:cubicBezTo>
                      <a:cubicBezTo>
                        <a:pt x="1510" y="1492"/>
                        <a:pt x="1620" y="1647"/>
                        <a:pt x="1777" y="1714"/>
                      </a:cubicBezTo>
                      <a:lnTo>
                        <a:pt x="436" y="1714"/>
                      </a:lnTo>
                      <a:cubicBezTo>
                        <a:pt x="196" y="1714"/>
                        <a:pt x="0" y="1909"/>
                        <a:pt x="0" y="2151"/>
                      </a:cubicBezTo>
                      <a:cubicBezTo>
                        <a:pt x="0" y="2392"/>
                        <a:pt x="196" y="2587"/>
                        <a:pt x="436" y="2587"/>
                      </a:cubicBezTo>
                      <a:lnTo>
                        <a:pt x="2475" y="2587"/>
                      </a:lnTo>
                      <a:cubicBezTo>
                        <a:pt x="2716" y="2587"/>
                        <a:pt x="2911" y="2782"/>
                        <a:pt x="2911" y="3024"/>
                      </a:cubicBezTo>
                      <a:cubicBezTo>
                        <a:pt x="2911" y="3265"/>
                        <a:pt x="2716" y="3460"/>
                        <a:pt x="2475" y="3460"/>
                      </a:cubicBezTo>
                      <a:lnTo>
                        <a:pt x="1656" y="3460"/>
                      </a:lnTo>
                      <a:cubicBezTo>
                        <a:pt x="1414" y="3460"/>
                        <a:pt x="1219" y="3656"/>
                        <a:pt x="1219" y="3898"/>
                      </a:cubicBezTo>
                      <a:cubicBezTo>
                        <a:pt x="1219" y="4139"/>
                        <a:pt x="1414" y="4334"/>
                        <a:pt x="1656" y="4334"/>
                      </a:cubicBezTo>
                      <a:lnTo>
                        <a:pt x="2820" y="4334"/>
                      </a:lnTo>
                      <a:cubicBezTo>
                        <a:pt x="2579" y="4334"/>
                        <a:pt x="2384" y="4529"/>
                        <a:pt x="2384" y="4770"/>
                      </a:cubicBezTo>
                      <a:cubicBezTo>
                        <a:pt x="2384" y="5012"/>
                        <a:pt x="2579" y="5207"/>
                        <a:pt x="2820" y="5207"/>
                      </a:cubicBezTo>
                      <a:lnTo>
                        <a:pt x="3766" y="5207"/>
                      </a:lnTo>
                      <a:cubicBezTo>
                        <a:pt x="4008" y="5207"/>
                        <a:pt x="4203" y="5012"/>
                        <a:pt x="4203" y="4770"/>
                      </a:cubicBezTo>
                      <a:cubicBezTo>
                        <a:pt x="4203" y="4529"/>
                        <a:pt x="4008" y="4334"/>
                        <a:pt x="3766" y="4334"/>
                      </a:cubicBezTo>
                      <a:lnTo>
                        <a:pt x="5222" y="4334"/>
                      </a:lnTo>
                      <a:cubicBezTo>
                        <a:pt x="5464" y="4334"/>
                        <a:pt x="5659" y="4139"/>
                        <a:pt x="5659" y="3898"/>
                      </a:cubicBezTo>
                      <a:cubicBezTo>
                        <a:pt x="5659" y="3656"/>
                        <a:pt x="5464" y="3460"/>
                        <a:pt x="5222" y="3460"/>
                      </a:cubicBezTo>
                      <a:lnTo>
                        <a:pt x="4276" y="3460"/>
                      </a:lnTo>
                      <a:cubicBezTo>
                        <a:pt x="4518" y="3460"/>
                        <a:pt x="4713" y="3265"/>
                        <a:pt x="4713" y="3024"/>
                      </a:cubicBezTo>
                      <a:cubicBezTo>
                        <a:pt x="4713" y="2782"/>
                        <a:pt x="4518" y="2587"/>
                        <a:pt x="4276" y="2587"/>
                      </a:cubicBezTo>
                      <a:lnTo>
                        <a:pt x="3876" y="2587"/>
                      </a:lnTo>
                      <a:cubicBezTo>
                        <a:pt x="3887" y="2587"/>
                        <a:pt x="3897" y="2586"/>
                        <a:pt x="3908" y="2586"/>
                      </a:cubicBezTo>
                      <a:cubicBezTo>
                        <a:pt x="3682" y="2569"/>
                        <a:pt x="3502" y="2381"/>
                        <a:pt x="3502" y="2151"/>
                      </a:cubicBezTo>
                      <a:cubicBezTo>
                        <a:pt x="3502" y="1969"/>
                        <a:pt x="3614" y="1813"/>
                        <a:pt x="3773" y="1747"/>
                      </a:cubicBezTo>
                      <a:lnTo>
                        <a:pt x="5641" y="1747"/>
                      </a:lnTo>
                      <a:cubicBezTo>
                        <a:pt x="5882" y="1747"/>
                        <a:pt x="6077" y="1552"/>
                        <a:pt x="6077" y="1311"/>
                      </a:cubicBezTo>
                      <a:cubicBezTo>
                        <a:pt x="6077" y="1069"/>
                        <a:pt x="5882" y="874"/>
                        <a:pt x="5641" y="874"/>
                      </a:cubicBezTo>
                    </a:path>
                  </a:pathLst>
                </a:custGeom>
                <a:solidFill>
                  <a:srgbClr val="049E4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10"/>
                <p:cNvSpPr/>
                <p:nvPr/>
              </p:nvSpPr>
              <p:spPr>
                <a:xfrm>
                  <a:off x="5960458" y="4867269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4"/>
                        <a:pt x="134" y="173"/>
                        <a:pt x="86" y="173"/>
                      </a:cubicBezTo>
                      <a:cubicBezTo>
                        <a:pt x="38" y="173"/>
                        <a:pt x="0" y="134"/>
                        <a:pt x="0" y="87"/>
                      </a:cubicBezTo>
                      <a:cubicBezTo>
                        <a:pt x="0" y="39"/>
                        <a:pt x="38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10"/>
                <p:cNvSpPr/>
                <p:nvPr/>
              </p:nvSpPr>
              <p:spPr>
                <a:xfrm>
                  <a:off x="7439049" y="5714099"/>
                  <a:ext cx="76810" cy="74889"/>
                </a:xfrm>
                <a:custGeom>
                  <a:rect b="b" l="l" r="r" t="t"/>
                  <a:pathLst>
                    <a:path extrusionOk="0" h="174" w="175">
                      <a:moveTo>
                        <a:pt x="174" y="86"/>
                      </a:moveTo>
                      <a:lnTo>
                        <a:pt x="174" y="86"/>
                      </a:lnTo>
                      <a:cubicBezTo>
                        <a:pt x="174" y="135"/>
                        <a:pt x="135" y="173"/>
                        <a:pt x="87" y="173"/>
                      </a:cubicBezTo>
                      <a:cubicBezTo>
                        <a:pt x="39" y="173"/>
                        <a:pt x="0" y="135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6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10"/>
                <p:cNvSpPr/>
                <p:nvPr/>
              </p:nvSpPr>
              <p:spPr>
                <a:xfrm>
                  <a:off x="5672420" y="6954580"/>
                  <a:ext cx="74890" cy="74889"/>
                </a:xfrm>
                <a:custGeom>
                  <a:rect b="b" l="l" r="r" t="t"/>
                  <a:pathLst>
                    <a:path extrusionOk="0" h="174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3"/>
                        <a:pt x="86" y="173"/>
                      </a:cubicBezTo>
                      <a:cubicBezTo>
                        <a:pt x="37" y="173"/>
                        <a:pt x="0" y="135"/>
                        <a:pt x="0" y="87"/>
                      </a:cubicBezTo>
                      <a:cubicBezTo>
                        <a:pt x="0" y="40"/>
                        <a:pt x="37" y="0"/>
                        <a:pt x="86" y="0"/>
                      </a:cubicBezTo>
                      <a:cubicBezTo>
                        <a:pt x="134" y="0"/>
                        <a:pt x="172" y="40"/>
                        <a:pt x="172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10"/>
                <p:cNvSpPr/>
                <p:nvPr/>
              </p:nvSpPr>
              <p:spPr>
                <a:xfrm>
                  <a:off x="6813049" y="5491350"/>
                  <a:ext cx="74890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4" y="173"/>
                        <a:pt x="86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10"/>
                <p:cNvSpPr/>
                <p:nvPr/>
              </p:nvSpPr>
              <p:spPr>
                <a:xfrm>
                  <a:off x="6849533" y="5074655"/>
                  <a:ext cx="74889" cy="76810"/>
                </a:xfrm>
                <a:custGeom>
                  <a:rect b="b" l="l" r="r" t="t"/>
                  <a:pathLst>
                    <a:path extrusionOk="0" h="175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6"/>
                        <a:pt x="135" y="174"/>
                        <a:pt x="87" y="174"/>
                      </a:cubicBezTo>
                      <a:cubicBezTo>
                        <a:pt x="39" y="174"/>
                        <a:pt x="0" y="136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10"/>
                <p:cNvSpPr/>
                <p:nvPr/>
              </p:nvSpPr>
              <p:spPr>
                <a:xfrm>
                  <a:off x="5259566" y="5639209"/>
                  <a:ext cx="74889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6"/>
                      </a:moveTo>
                      <a:lnTo>
                        <a:pt x="173" y="86"/>
                      </a:lnTo>
                      <a:cubicBezTo>
                        <a:pt x="173" y="133"/>
                        <a:pt x="134" y="172"/>
                        <a:pt x="86" y="172"/>
                      </a:cubicBezTo>
                      <a:cubicBezTo>
                        <a:pt x="38" y="172"/>
                        <a:pt x="0" y="133"/>
                        <a:pt x="0" y="86"/>
                      </a:cubicBezTo>
                      <a:cubicBezTo>
                        <a:pt x="0" y="38"/>
                        <a:pt x="38" y="0"/>
                        <a:pt x="86" y="0"/>
                      </a:cubicBezTo>
                      <a:cubicBezTo>
                        <a:pt x="134" y="0"/>
                        <a:pt x="173" y="38"/>
                        <a:pt x="173" y="86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10"/>
                <p:cNvSpPr/>
                <p:nvPr/>
              </p:nvSpPr>
              <p:spPr>
                <a:xfrm>
                  <a:off x="5996942" y="6188401"/>
                  <a:ext cx="74889" cy="74890"/>
                </a:xfrm>
                <a:custGeom>
                  <a:rect b="b" l="l" r="r" t="t"/>
                  <a:pathLst>
                    <a:path extrusionOk="0" h="174" w="173">
                      <a:moveTo>
                        <a:pt x="172" y="86"/>
                      </a:moveTo>
                      <a:lnTo>
                        <a:pt x="172" y="86"/>
                      </a:lnTo>
                      <a:cubicBezTo>
                        <a:pt x="172" y="134"/>
                        <a:pt x="134" y="173"/>
                        <a:pt x="87" y="173"/>
                      </a:cubicBezTo>
                      <a:cubicBezTo>
                        <a:pt x="39" y="173"/>
                        <a:pt x="0" y="134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4" y="0"/>
                        <a:pt x="172" y="39"/>
                        <a:pt x="172" y="86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10"/>
                <p:cNvSpPr/>
                <p:nvPr/>
              </p:nvSpPr>
              <p:spPr>
                <a:xfrm>
                  <a:off x="6530772" y="6247928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3" y="174"/>
                        <a:pt x="86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3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0"/>
                <p:cNvSpPr/>
                <p:nvPr/>
              </p:nvSpPr>
              <p:spPr>
                <a:xfrm>
                  <a:off x="6849533" y="6507162"/>
                  <a:ext cx="74889" cy="74890"/>
                </a:xfrm>
                <a:custGeom>
                  <a:rect b="b" l="l" r="r" t="t"/>
                  <a:pathLst>
                    <a:path extrusionOk="0" h="173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4"/>
                        <a:pt x="135" y="172"/>
                        <a:pt x="87" y="172"/>
                      </a:cubicBezTo>
                      <a:cubicBezTo>
                        <a:pt x="39" y="172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0"/>
                <p:cNvSpPr/>
                <p:nvPr/>
              </p:nvSpPr>
              <p:spPr>
                <a:xfrm>
                  <a:off x="6567257" y="6941139"/>
                  <a:ext cx="74890" cy="74890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4"/>
                        <a:pt x="134" y="173"/>
                        <a:pt x="86" y="173"/>
                      </a:cubicBezTo>
                      <a:cubicBezTo>
                        <a:pt x="39" y="173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3" y="39"/>
                        <a:pt x="173" y="87"/>
                      </a:cubicBezTo>
                    </a:path>
                  </a:pathLst>
                </a:custGeom>
                <a:solidFill>
                  <a:srgbClr val="1B764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10"/>
                <p:cNvSpPr/>
                <p:nvPr/>
              </p:nvSpPr>
              <p:spPr>
                <a:xfrm>
                  <a:off x="6058390" y="5066974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0"/>
                <p:cNvSpPr/>
                <p:nvPr/>
              </p:nvSpPr>
              <p:spPr>
                <a:xfrm>
                  <a:off x="7369920" y="6789439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3"/>
                      </a:moveTo>
                      <a:lnTo>
                        <a:pt x="105" y="53"/>
                      </a:lnTo>
                      <a:cubicBezTo>
                        <a:pt x="105" y="81"/>
                        <a:pt x="81" y="105"/>
                        <a:pt x="53" y="105"/>
                      </a:cubicBezTo>
                      <a:cubicBezTo>
                        <a:pt x="24" y="105"/>
                        <a:pt x="0" y="81"/>
                        <a:pt x="0" y="53"/>
                      </a:cubicBezTo>
                      <a:cubicBezTo>
                        <a:pt x="0" y="22"/>
                        <a:pt x="24" y="0"/>
                        <a:pt x="53" y="0"/>
                      </a:cubicBezTo>
                      <a:cubicBezTo>
                        <a:pt x="81" y="0"/>
                        <a:pt x="105" y="22"/>
                        <a:pt x="105" y="53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0"/>
                <p:cNvSpPr/>
                <p:nvPr/>
              </p:nvSpPr>
              <p:spPr>
                <a:xfrm>
                  <a:off x="5499597" y="5483669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2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2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0"/>
                <p:cNvSpPr/>
                <p:nvPr/>
              </p:nvSpPr>
              <p:spPr>
                <a:xfrm>
                  <a:off x="5184676" y="6242167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0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0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0"/>
                <p:cNvSpPr/>
                <p:nvPr/>
              </p:nvSpPr>
              <p:spPr>
                <a:xfrm>
                  <a:off x="5883647" y="6090468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3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0"/>
                <p:cNvSpPr/>
                <p:nvPr/>
              </p:nvSpPr>
              <p:spPr>
                <a:xfrm>
                  <a:off x="5687781" y="6484118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2" y="104"/>
                        <a:pt x="53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4"/>
                        <a:pt x="24" y="0"/>
                        <a:pt x="53" y="0"/>
                      </a:cubicBezTo>
                      <a:cubicBezTo>
                        <a:pt x="82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0"/>
                <p:cNvSpPr/>
                <p:nvPr/>
              </p:nvSpPr>
              <p:spPr>
                <a:xfrm>
                  <a:off x="7079963" y="5328128"/>
                  <a:ext cx="46086" cy="46086"/>
                </a:xfrm>
                <a:custGeom>
                  <a:rect b="b" l="l" r="r" t="t"/>
                  <a:pathLst>
                    <a:path extrusionOk="0" h="106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2"/>
                        <a:pt x="81" y="105"/>
                        <a:pt x="53" y="105"/>
                      </a:cubicBezTo>
                      <a:cubicBezTo>
                        <a:pt x="23" y="105"/>
                        <a:pt x="0" y="82"/>
                        <a:pt x="0" y="52"/>
                      </a:cubicBezTo>
                      <a:cubicBezTo>
                        <a:pt x="0" y="24"/>
                        <a:pt x="23" y="0"/>
                        <a:pt x="53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0"/>
                <p:cNvSpPr/>
                <p:nvPr/>
              </p:nvSpPr>
              <p:spPr>
                <a:xfrm>
                  <a:off x="6079512" y="5506712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3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3" y="0"/>
                      </a:cubicBezTo>
                      <a:cubicBezTo>
                        <a:pt x="81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10"/>
                <p:cNvSpPr/>
                <p:nvPr/>
              </p:nvSpPr>
              <p:spPr>
                <a:xfrm>
                  <a:off x="6665189" y="6090468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0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0" y="0"/>
                        <a:pt x="104" y="24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10"/>
                <p:cNvSpPr/>
                <p:nvPr/>
              </p:nvSpPr>
              <p:spPr>
                <a:xfrm>
                  <a:off x="6903300" y="6992985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2"/>
                        <a:pt x="81" y="104"/>
                        <a:pt x="52" y="104"/>
                      </a:cubicBezTo>
                      <a:cubicBezTo>
                        <a:pt x="23" y="104"/>
                        <a:pt x="0" y="82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10"/>
                <p:cNvSpPr/>
                <p:nvPr/>
              </p:nvSpPr>
              <p:spPr>
                <a:xfrm>
                  <a:off x="5603290" y="6812482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2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2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10"/>
                <p:cNvSpPr/>
                <p:nvPr/>
              </p:nvSpPr>
              <p:spPr>
                <a:xfrm>
                  <a:off x="5380541" y="5105379"/>
                  <a:ext cx="539591" cy="261154"/>
                </a:xfrm>
                <a:custGeom>
                  <a:rect b="b" l="l" r="r" t="t"/>
                  <a:pathLst>
                    <a:path extrusionOk="0" h="600" w="1237">
                      <a:moveTo>
                        <a:pt x="936" y="599"/>
                      </a:moveTo>
                      <a:lnTo>
                        <a:pt x="301" y="599"/>
                      </a:lnTo>
                      <a:cubicBezTo>
                        <a:pt x="135" y="599"/>
                        <a:pt x="0" y="464"/>
                        <a:pt x="0" y="298"/>
                      </a:cubicBezTo>
                      <a:cubicBezTo>
                        <a:pt x="0" y="133"/>
                        <a:pt x="135" y="0"/>
                        <a:pt x="301" y="0"/>
                      </a:cubicBezTo>
                      <a:lnTo>
                        <a:pt x="936" y="0"/>
                      </a:lnTo>
                      <a:cubicBezTo>
                        <a:pt x="1101" y="0"/>
                        <a:pt x="1236" y="133"/>
                        <a:pt x="1236" y="298"/>
                      </a:cubicBezTo>
                      <a:cubicBezTo>
                        <a:pt x="1236" y="464"/>
                        <a:pt x="1101" y="599"/>
                        <a:pt x="936" y="599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10"/>
                <p:cNvSpPr/>
                <p:nvPr/>
              </p:nvSpPr>
              <p:spPr>
                <a:xfrm>
                  <a:off x="6323385" y="6908494"/>
                  <a:ext cx="914039" cy="522308"/>
                </a:xfrm>
                <a:custGeom>
                  <a:rect b="b" l="l" r="r" t="t"/>
                  <a:pathLst>
                    <a:path extrusionOk="0" h="1200" w="2101">
                      <a:moveTo>
                        <a:pt x="1801" y="599"/>
                      </a:moveTo>
                      <a:lnTo>
                        <a:pt x="935" y="599"/>
                      </a:lnTo>
                      <a:cubicBezTo>
                        <a:pt x="1101" y="599"/>
                        <a:pt x="1235" y="465"/>
                        <a:pt x="1235" y="299"/>
                      </a:cubicBezTo>
                      <a:cubicBezTo>
                        <a:pt x="1235" y="134"/>
                        <a:pt x="1101" y="0"/>
                        <a:pt x="935" y="0"/>
                      </a:cubicBezTo>
                      <a:lnTo>
                        <a:pt x="300" y="0"/>
                      </a:lnTo>
                      <a:cubicBezTo>
                        <a:pt x="134" y="0"/>
                        <a:pt x="0" y="134"/>
                        <a:pt x="0" y="299"/>
                      </a:cubicBezTo>
                      <a:cubicBezTo>
                        <a:pt x="0" y="465"/>
                        <a:pt x="134" y="599"/>
                        <a:pt x="300" y="599"/>
                      </a:cubicBezTo>
                      <a:lnTo>
                        <a:pt x="520" y="599"/>
                      </a:lnTo>
                      <a:cubicBezTo>
                        <a:pt x="354" y="599"/>
                        <a:pt x="220" y="733"/>
                        <a:pt x="220" y="899"/>
                      </a:cubicBezTo>
                      <a:cubicBezTo>
                        <a:pt x="220" y="1065"/>
                        <a:pt x="354" y="1199"/>
                        <a:pt x="520" y="1199"/>
                      </a:cubicBezTo>
                      <a:lnTo>
                        <a:pt x="1801" y="1199"/>
                      </a:lnTo>
                      <a:cubicBezTo>
                        <a:pt x="1967" y="1199"/>
                        <a:pt x="2100" y="1065"/>
                        <a:pt x="2100" y="899"/>
                      </a:cubicBezTo>
                      <a:cubicBezTo>
                        <a:pt x="2100" y="733"/>
                        <a:pt x="1967" y="599"/>
                        <a:pt x="1801" y="599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10"/>
                <p:cNvSpPr/>
                <p:nvPr/>
              </p:nvSpPr>
              <p:spPr>
                <a:xfrm>
                  <a:off x="6503888" y="5790909"/>
                  <a:ext cx="537670" cy="261154"/>
                </a:xfrm>
                <a:custGeom>
                  <a:rect b="b" l="l" r="r" t="t"/>
                  <a:pathLst>
                    <a:path extrusionOk="0" h="601" w="1236">
                      <a:moveTo>
                        <a:pt x="935" y="600"/>
                      </a:moveTo>
                      <a:lnTo>
                        <a:pt x="299" y="600"/>
                      </a:lnTo>
                      <a:cubicBezTo>
                        <a:pt x="135" y="600"/>
                        <a:pt x="0" y="465"/>
                        <a:pt x="0" y="301"/>
                      </a:cubicBezTo>
                      <a:cubicBezTo>
                        <a:pt x="0" y="135"/>
                        <a:pt x="135" y="0"/>
                        <a:pt x="299" y="0"/>
                      </a:cubicBezTo>
                      <a:lnTo>
                        <a:pt x="935" y="0"/>
                      </a:lnTo>
                      <a:cubicBezTo>
                        <a:pt x="1101" y="0"/>
                        <a:pt x="1235" y="135"/>
                        <a:pt x="1235" y="301"/>
                      </a:cubicBezTo>
                      <a:cubicBezTo>
                        <a:pt x="1235" y="465"/>
                        <a:pt x="1101" y="600"/>
                        <a:pt x="935" y="600"/>
                      </a:cubicBezTo>
                    </a:path>
                  </a:pathLst>
                </a:custGeom>
                <a:solidFill>
                  <a:srgbClr val="7B7B7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5" name="Google Shape;535;p10"/>
              <p:cNvGrpSpPr/>
              <p:nvPr/>
            </p:nvGrpSpPr>
            <p:grpSpPr>
              <a:xfrm rot="10800000">
                <a:off x="9619297" y="-518940"/>
                <a:ext cx="2960218" cy="2568925"/>
                <a:chOff x="7790456" y="-543997"/>
                <a:chExt cx="2761319" cy="2396472"/>
              </a:xfrm>
            </p:grpSpPr>
            <p:sp>
              <p:nvSpPr>
                <p:cNvPr id="536" name="Google Shape;536;p10"/>
                <p:cNvSpPr/>
                <p:nvPr/>
              </p:nvSpPr>
              <p:spPr>
                <a:xfrm>
                  <a:off x="7888388" y="-543997"/>
                  <a:ext cx="2603859" cy="2396472"/>
                </a:xfrm>
                <a:custGeom>
                  <a:rect b="b" l="l" r="r" t="t"/>
                  <a:pathLst>
                    <a:path extrusionOk="0" h="5502" w="5978">
                      <a:moveTo>
                        <a:pt x="5632" y="4057"/>
                      </a:moveTo>
                      <a:lnTo>
                        <a:pt x="4822" y="4057"/>
                      </a:lnTo>
                      <a:cubicBezTo>
                        <a:pt x="4632" y="4057"/>
                        <a:pt x="4478" y="3928"/>
                        <a:pt x="4478" y="3769"/>
                      </a:cubicBezTo>
                      <a:cubicBezTo>
                        <a:pt x="4478" y="3611"/>
                        <a:pt x="4632" y="3483"/>
                        <a:pt x="4822" y="3483"/>
                      </a:cubicBezTo>
                      <a:lnTo>
                        <a:pt x="5285" y="3483"/>
                      </a:lnTo>
                      <a:cubicBezTo>
                        <a:pt x="5476" y="3483"/>
                        <a:pt x="5630" y="3321"/>
                        <a:pt x="5630" y="3121"/>
                      </a:cubicBezTo>
                      <a:cubicBezTo>
                        <a:pt x="5630" y="2922"/>
                        <a:pt x="5476" y="2760"/>
                        <a:pt x="5285" y="2760"/>
                      </a:cubicBezTo>
                      <a:lnTo>
                        <a:pt x="5632" y="2760"/>
                      </a:lnTo>
                      <a:cubicBezTo>
                        <a:pt x="5823" y="2760"/>
                        <a:pt x="5977" y="2598"/>
                        <a:pt x="5977" y="2399"/>
                      </a:cubicBezTo>
                      <a:cubicBezTo>
                        <a:pt x="5977" y="2199"/>
                        <a:pt x="5823" y="2037"/>
                        <a:pt x="5632" y="2037"/>
                      </a:cubicBezTo>
                      <a:lnTo>
                        <a:pt x="4671" y="2037"/>
                      </a:lnTo>
                      <a:cubicBezTo>
                        <a:pt x="4480" y="2037"/>
                        <a:pt x="4326" y="2199"/>
                        <a:pt x="4326" y="2399"/>
                      </a:cubicBezTo>
                      <a:cubicBezTo>
                        <a:pt x="4326" y="2598"/>
                        <a:pt x="4480" y="2760"/>
                        <a:pt x="4671" y="2760"/>
                      </a:cubicBezTo>
                      <a:lnTo>
                        <a:pt x="3096" y="2760"/>
                      </a:lnTo>
                      <a:cubicBezTo>
                        <a:pt x="3285" y="2760"/>
                        <a:pt x="3441" y="2598"/>
                        <a:pt x="3441" y="2399"/>
                      </a:cubicBezTo>
                      <a:cubicBezTo>
                        <a:pt x="3441" y="2199"/>
                        <a:pt x="3285" y="2037"/>
                        <a:pt x="3096" y="2037"/>
                      </a:cubicBezTo>
                      <a:lnTo>
                        <a:pt x="2189" y="2037"/>
                      </a:lnTo>
                      <a:cubicBezTo>
                        <a:pt x="2195" y="2037"/>
                        <a:pt x="2204" y="2037"/>
                        <a:pt x="2211" y="2036"/>
                      </a:cubicBezTo>
                      <a:cubicBezTo>
                        <a:pt x="2066" y="2023"/>
                        <a:pt x="1951" y="1896"/>
                        <a:pt x="1951" y="1741"/>
                      </a:cubicBezTo>
                      <a:cubicBezTo>
                        <a:pt x="1951" y="1585"/>
                        <a:pt x="2066" y="1458"/>
                        <a:pt x="2211" y="1446"/>
                      </a:cubicBezTo>
                      <a:cubicBezTo>
                        <a:pt x="2204" y="1445"/>
                        <a:pt x="2195" y="1444"/>
                        <a:pt x="2189" y="1444"/>
                      </a:cubicBezTo>
                      <a:lnTo>
                        <a:pt x="2808" y="1444"/>
                      </a:lnTo>
                      <a:cubicBezTo>
                        <a:pt x="2998" y="1444"/>
                        <a:pt x="3153" y="1282"/>
                        <a:pt x="3153" y="1083"/>
                      </a:cubicBezTo>
                      <a:cubicBezTo>
                        <a:pt x="3153" y="884"/>
                        <a:pt x="2998" y="721"/>
                        <a:pt x="2808" y="721"/>
                      </a:cubicBezTo>
                      <a:lnTo>
                        <a:pt x="2510" y="721"/>
                      </a:lnTo>
                      <a:cubicBezTo>
                        <a:pt x="2700" y="721"/>
                        <a:pt x="2854" y="561"/>
                        <a:pt x="2854" y="361"/>
                      </a:cubicBezTo>
                      <a:cubicBezTo>
                        <a:pt x="2854" y="162"/>
                        <a:pt x="2700" y="0"/>
                        <a:pt x="2510" y="0"/>
                      </a:cubicBezTo>
                      <a:lnTo>
                        <a:pt x="1671" y="0"/>
                      </a:lnTo>
                      <a:cubicBezTo>
                        <a:pt x="1481" y="0"/>
                        <a:pt x="1326" y="162"/>
                        <a:pt x="1326" y="361"/>
                      </a:cubicBezTo>
                      <a:cubicBezTo>
                        <a:pt x="1326" y="561"/>
                        <a:pt x="1481" y="721"/>
                        <a:pt x="1671" y="721"/>
                      </a:cubicBezTo>
                      <a:lnTo>
                        <a:pt x="854" y="721"/>
                      </a:lnTo>
                      <a:cubicBezTo>
                        <a:pt x="663" y="721"/>
                        <a:pt x="509" y="884"/>
                        <a:pt x="509" y="1083"/>
                      </a:cubicBezTo>
                      <a:cubicBezTo>
                        <a:pt x="509" y="1282"/>
                        <a:pt x="663" y="1444"/>
                        <a:pt x="854" y="1444"/>
                      </a:cubicBezTo>
                      <a:lnTo>
                        <a:pt x="1226" y="1444"/>
                      </a:lnTo>
                      <a:cubicBezTo>
                        <a:pt x="1224" y="1444"/>
                        <a:pt x="1222" y="1444"/>
                        <a:pt x="1220" y="1445"/>
                      </a:cubicBezTo>
                      <a:cubicBezTo>
                        <a:pt x="1373" y="1449"/>
                        <a:pt x="1495" y="1580"/>
                        <a:pt x="1495" y="1741"/>
                      </a:cubicBezTo>
                      <a:cubicBezTo>
                        <a:pt x="1495" y="1902"/>
                        <a:pt x="1373" y="2033"/>
                        <a:pt x="1220" y="2037"/>
                      </a:cubicBezTo>
                      <a:cubicBezTo>
                        <a:pt x="1222" y="2037"/>
                        <a:pt x="1224" y="2037"/>
                        <a:pt x="1226" y="2037"/>
                      </a:cubicBezTo>
                      <a:lnTo>
                        <a:pt x="344" y="2037"/>
                      </a:lnTo>
                      <a:cubicBezTo>
                        <a:pt x="154" y="2037"/>
                        <a:pt x="0" y="2199"/>
                        <a:pt x="0" y="2399"/>
                      </a:cubicBezTo>
                      <a:cubicBezTo>
                        <a:pt x="0" y="2598"/>
                        <a:pt x="154" y="2760"/>
                        <a:pt x="344" y="2760"/>
                      </a:cubicBezTo>
                      <a:lnTo>
                        <a:pt x="1671" y="2760"/>
                      </a:lnTo>
                      <a:cubicBezTo>
                        <a:pt x="1481" y="2760"/>
                        <a:pt x="1326" y="2922"/>
                        <a:pt x="1326" y="3121"/>
                      </a:cubicBezTo>
                      <a:cubicBezTo>
                        <a:pt x="1326" y="3321"/>
                        <a:pt x="1481" y="3483"/>
                        <a:pt x="1671" y="3483"/>
                      </a:cubicBezTo>
                      <a:lnTo>
                        <a:pt x="2438" y="3483"/>
                      </a:lnTo>
                      <a:cubicBezTo>
                        <a:pt x="2629" y="3483"/>
                        <a:pt x="2783" y="3611"/>
                        <a:pt x="2783" y="3769"/>
                      </a:cubicBezTo>
                      <a:cubicBezTo>
                        <a:pt x="2783" y="3928"/>
                        <a:pt x="2629" y="4057"/>
                        <a:pt x="2438" y="4057"/>
                      </a:cubicBezTo>
                      <a:lnTo>
                        <a:pt x="1949" y="4057"/>
                      </a:lnTo>
                      <a:cubicBezTo>
                        <a:pt x="1758" y="4057"/>
                        <a:pt x="1604" y="4218"/>
                        <a:pt x="1604" y="4418"/>
                      </a:cubicBezTo>
                      <a:cubicBezTo>
                        <a:pt x="1604" y="4616"/>
                        <a:pt x="1758" y="4778"/>
                        <a:pt x="1949" y="4778"/>
                      </a:cubicBezTo>
                      <a:lnTo>
                        <a:pt x="4135" y="4778"/>
                      </a:lnTo>
                      <a:cubicBezTo>
                        <a:pt x="3945" y="4778"/>
                        <a:pt x="3791" y="4940"/>
                        <a:pt x="3791" y="5139"/>
                      </a:cubicBezTo>
                      <a:cubicBezTo>
                        <a:pt x="3791" y="5339"/>
                        <a:pt x="3945" y="5501"/>
                        <a:pt x="4135" y="5501"/>
                      </a:cubicBezTo>
                      <a:lnTo>
                        <a:pt x="5097" y="5501"/>
                      </a:lnTo>
                      <a:cubicBezTo>
                        <a:pt x="5287" y="5501"/>
                        <a:pt x="5441" y="5339"/>
                        <a:pt x="5441" y="5139"/>
                      </a:cubicBezTo>
                      <a:cubicBezTo>
                        <a:pt x="5441" y="4940"/>
                        <a:pt x="5287" y="4778"/>
                        <a:pt x="5097" y="4778"/>
                      </a:cubicBezTo>
                      <a:lnTo>
                        <a:pt x="5632" y="4778"/>
                      </a:lnTo>
                      <a:cubicBezTo>
                        <a:pt x="5823" y="4778"/>
                        <a:pt x="5977" y="4616"/>
                        <a:pt x="5977" y="4418"/>
                      </a:cubicBezTo>
                      <a:cubicBezTo>
                        <a:pt x="5977" y="4218"/>
                        <a:pt x="5823" y="4057"/>
                        <a:pt x="5632" y="4057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10"/>
                <p:cNvSpPr/>
                <p:nvPr/>
              </p:nvSpPr>
              <p:spPr>
                <a:xfrm>
                  <a:off x="7988241" y="1224554"/>
                  <a:ext cx="495425" cy="314921"/>
                </a:xfrm>
                <a:custGeom>
                  <a:rect b="b" l="l" r="r" t="t"/>
                  <a:pathLst>
                    <a:path extrusionOk="0" h="722" w="1138">
                      <a:moveTo>
                        <a:pt x="777" y="0"/>
                      </a:moveTo>
                      <a:lnTo>
                        <a:pt x="361" y="0"/>
                      </a:lnTo>
                      <a:cubicBezTo>
                        <a:pt x="162" y="0"/>
                        <a:pt x="0" y="161"/>
                        <a:pt x="0" y="361"/>
                      </a:cubicBezTo>
                      <a:cubicBezTo>
                        <a:pt x="0" y="559"/>
                        <a:pt x="162" y="721"/>
                        <a:pt x="361" y="721"/>
                      </a:cubicBezTo>
                      <a:lnTo>
                        <a:pt x="777" y="721"/>
                      </a:lnTo>
                      <a:cubicBezTo>
                        <a:pt x="976" y="721"/>
                        <a:pt x="1137" y="559"/>
                        <a:pt x="1137" y="361"/>
                      </a:cubicBezTo>
                      <a:cubicBezTo>
                        <a:pt x="1137" y="161"/>
                        <a:pt x="976" y="0"/>
                        <a:pt x="777" y="0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10"/>
                <p:cNvSpPr/>
                <p:nvPr/>
              </p:nvSpPr>
              <p:spPr>
                <a:xfrm>
                  <a:off x="9365061" y="197220"/>
                  <a:ext cx="74889" cy="76810"/>
                </a:xfrm>
                <a:custGeom>
                  <a:rect b="b" l="l" r="r" t="t"/>
                  <a:pathLst>
                    <a:path extrusionOk="0" h="175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5"/>
                        <a:pt x="134" y="174"/>
                        <a:pt x="86" y="174"/>
                      </a:cubicBezTo>
                      <a:cubicBezTo>
                        <a:pt x="39" y="174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6" y="0"/>
                      </a:cubicBezTo>
                      <a:cubicBezTo>
                        <a:pt x="134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10"/>
                <p:cNvSpPr/>
                <p:nvPr/>
              </p:nvSpPr>
              <p:spPr>
                <a:xfrm>
                  <a:off x="9190317" y="1358972"/>
                  <a:ext cx="76810" cy="74889"/>
                </a:xfrm>
                <a:custGeom>
                  <a:rect b="b" l="l" r="r" t="t"/>
                  <a:pathLst>
                    <a:path extrusionOk="0" h="174" w="175">
                      <a:moveTo>
                        <a:pt x="174" y="86"/>
                      </a:moveTo>
                      <a:lnTo>
                        <a:pt x="174" y="86"/>
                      </a:lnTo>
                      <a:cubicBezTo>
                        <a:pt x="174" y="133"/>
                        <a:pt x="135" y="173"/>
                        <a:pt x="87" y="173"/>
                      </a:cubicBezTo>
                      <a:cubicBezTo>
                        <a:pt x="39" y="173"/>
                        <a:pt x="0" y="133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6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10"/>
                <p:cNvSpPr/>
                <p:nvPr/>
              </p:nvSpPr>
              <p:spPr>
                <a:xfrm>
                  <a:off x="10330946" y="122331"/>
                  <a:ext cx="76810" cy="74889"/>
                </a:xfrm>
                <a:custGeom>
                  <a:rect b="b" l="l" r="r" t="t"/>
                  <a:pathLst>
                    <a:path extrusionOk="0" h="173" w="175">
                      <a:moveTo>
                        <a:pt x="174" y="86"/>
                      </a:moveTo>
                      <a:lnTo>
                        <a:pt x="174" y="86"/>
                      </a:lnTo>
                      <a:cubicBezTo>
                        <a:pt x="174" y="134"/>
                        <a:pt x="135" y="172"/>
                        <a:pt x="87" y="172"/>
                      </a:cubicBezTo>
                      <a:cubicBezTo>
                        <a:pt x="39" y="172"/>
                        <a:pt x="0" y="134"/>
                        <a:pt x="0" y="86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6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10"/>
                <p:cNvSpPr/>
                <p:nvPr/>
              </p:nvSpPr>
              <p:spPr>
                <a:xfrm>
                  <a:off x="8186027" y="-365413"/>
                  <a:ext cx="74889" cy="74889"/>
                </a:xfrm>
                <a:custGeom>
                  <a:rect b="b" l="l" r="r" t="t"/>
                  <a:pathLst>
                    <a:path extrusionOk="0" h="173" w="173">
                      <a:moveTo>
                        <a:pt x="172" y="87"/>
                      </a:moveTo>
                      <a:lnTo>
                        <a:pt x="172" y="87"/>
                      </a:lnTo>
                      <a:cubicBezTo>
                        <a:pt x="172" y="134"/>
                        <a:pt x="133" y="172"/>
                        <a:pt x="85" y="172"/>
                      </a:cubicBezTo>
                      <a:cubicBezTo>
                        <a:pt x="39" y="172"/>
                        <a:pt x="0" y="134"/>
                        <a:pt x="0" y="87"/>
                      </a:cubicBezTo>
                      <a:cubicBezTo>
                        <a:pt x="0" y="39"/>
                        <a:pt x="39" y="0"/>
                        <a:pt x="85" y="0"/>
                      </a:cubicBezTo>
                      <a:cubicBezTo>
                        <a:pt x="133" y="0"/>
                        <a:pt x="172" y="39"/>
                        <a:pt x="172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0"/>
                <p:cNvSpPr/>
                <p:nvPr/>
              </p:nvSpPr>
              <p:spPr>
                <a:xfrm>
                  <a:off x="8224432" y="804020"/>
                  <a:ext cx="76810" cy="74890"/>
                </a:xfrm>
                <a:custGeom>
                  <a:rect b="b" l="l" r="r" t="t"/>
                  <a:pathLst>
                    <a:path extrusionOk="0" h="174" w="175">
                      <a:moveTo>
                        <a:pt x="174" y="87"/>
                      </a:moveTo>
                      <a:lnTo>
                        <a:pt x="174" y="87"/>
                      </a:lnTo>
                      <a:cubicBezTo>
                        <a:pt x="174" y="135"/>
                        <a:pt x="135" y="173"/>
                        <a:pt x="87" y="173"/>
                      </a:cubicBezTo>
                      <a:cubicBezTo>
                        <a:pt x="39" y="173"/>
                        <a:pt x="0" y="135"/>
                        <a:pt x="0" y="87"/>
                      </a:cubicBezTo>
                      <a:cubicBezTo>
                        <a:pt x="0" y="39"/>
                        <a:pt x="39" y="0"/>
                        <a:pt x="87" y="0"/>
                      </a:cubicBezTo>
                      <a:cubicBezTo>
                        <a:pt x="135" y="0"/>
                        <a:pt x="174" y="39"/>
                        <a:pt x="174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0"/>
                <p:cNvSpPr/>
                <p:nvPr/>
              </p:nvSpPr>
              <p:spPr>
                <a:xfrm>
                  <a:off x="8408776" y="1681574"/>
                  <a:ext cx="74889" cy="74889"/>
                </a:xfrm>
                <a:custGeom>
                  <a:rect b="b" l="l" r="r" t="t"/>
                  <a:pathLst>
                    <a:path extrusionOk="0" h="174" w="174">
                      <a:moveTo>
                        <a:pt x="173" y="87"/>
                      </a:moveTo>
                      <a:lnTo>
                        <a:pt x="173" y="87"/>
                      </a:lnTo>
                      <a:cubicBezTo>
                        <a:pt x="173" y="135"/>
                        <a:pt x="135" y="173"/>
                        <a:pt x="87" y="173"/>
                      </a:cubicBezTo>
                      <a:cubicBezTo>
                        <a:pt x="40" y="173"/>
                        <a:pt x="0" y="135"/>
                        <a:pt x="0" y="87"/>
                      </a:cubicBezTo>
                      <a:cubicBezTo>
                        <a:pt x="0" y="38"/>
                        <a:pt x="40" y="0"/>
                        <a:pt x="87" y="0"/>
                      </a:cubicBezTo>
                      <a:cubicBezTo>
                        <a:pt x="135" y="0"/>
                        <a:pt x="173" y="38"/>
                        <a:pt x="173" y="8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0"/>
                <p:cNvSpPr/>
                <p:nvPr/>
              </p:nvSpPr>
              <p:spPr>
                <a:xfrm>
                  <a:off x="9244084" y="469895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2"/>
                        <a:pt x="81" y="104"/>
                        <a:pt x="52" y="104"/>
                      </a:cubicBezTo>
                      <a:cubicBezTo>
                        <a:pt x="24" y="104"/>
                        <a:pt x="0" y="82"/>
                        <a:pt x="0" y="52"/>
                      </a:cubicBezTo>
                      <a:cubicBezTo>
                        <a:pt x="0" y="24"/>
                        <a:pt x="24" y="0"/>
                        <a:pt x="52" y="0"/>
                      </a:cubicBezTo>
                      <a:cubicBezTo>
                        <a:pt x="81" y="0"/>
                        <a:pt x="105" y="24"/>
                        <a:pt x="105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0"/>
                <p:cNvSpPr/>
                <p:nvPr/>
              </p:nvSpPr>
              <p:spPr>
                <a:xfrm>
                  <a:off x="8934925" y="-152266"/>
                  <a:ext cx="46086" cy="46086"/>
                </a:xfrm>
                <a:custGeom>
                  <a:rect b="b" l="l" r="r" t="t"/>
                  <a:pathLst>
                    <a:path extrusionOk="0" h="107" w="107">
                      <a:moveTo>
                        <a:pt x="106" y="52"/>
                      </a:moveTo>
                      <a:lnTo>
                        <a:pt x="106" y="52"/>
                      </a:lnTo>
                      <a:cubicBezTo>
                        <a:pt x="106" y="82"/>
                        <a:pt x="82" y="106"/>
                        <a:pt x="53" y="106"/>
                      </a:cubicBezTo>
                      <a:cubicBezTo>
                        <a:pt x="24" y="106"/>
                        <a:pt x="0" y="82"/>
                        <a:pt x="0" y="52"/>
                      </a:cubicBezTo>
                      <a:cubicBezTo>
                        <a:pt x="0" y="23"/>
                        <a:pt x="24" y="0"/>
                        <a:pt x="53" y="0"/>
                      </a:cubicBezTo>
                      <a:cubicBezTo>
                        <a:pt x="82" y="0"/>
                        <a:pt x="106" y="23"/>
                        <a:pt x="106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0"/>
                <p:cNvSpPr/>
                <p:nvPr/>
              </p:nvSpPr>
              <p:spPr>
                <a:xfrm>
                  <a:off x="8328126" y="-478708"/>
                  <a:ext cx="46086" cy="46086"/>
                </a:xfrm>
                <a:custGeom>
                  <a:rect b="b" l="l" r="r" t="t"/>
                  <a:pathLst>
                    <a:path extrusionOk="0" h="107" w="106">
                      <a:moveTo>
                        <a:pt x="105" y="54"/>
                      </a:moveTo>
                      <a:lnTo>
                        <a:pt x="105" y="54"/>
                      </a:lnTo>
                      <a:cubicBezTo>
                        <a:pt x="105" y="82"/>
                        <a:pt x="81" y="106"/>
                        <a:pt x="52" y="106"/>
                      </a:cubicBezTo>
                      <a:cubicBezTo>
                        <a:pt x="23" y="106"/>
                        <a:pt x="0" y="82"/>
                        <a:pt x="0" y="54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4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0"/>
                <p:cNvSpPr/>
                <p:nvPr/>
              </p:nvSpPr>
              <p:spPr>
                <a:xfrm>
                  <a:off x="8328126" y="903872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1"/>
                        <a:pt x="81" y="104"/>
                        <a:pt x="52" y="104"/>
                      </a:cubicBez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3"/>
                        <a:pt x="23" y="0"/>
                        <a:pt x="52" y="0"/>
                      </a:cubicBezTo>
                      <a:cubicBezTo>
                        <a:pt x="81" y="0"/>
                        <a:pt x="105" y="23"/>
                        <a:pt x="105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0"/>
                <p:cNvSpPr/>
                <p:nvPr/>
              </p:nvSpPr>
              <p:spPr>
                <a:xfrm>
                  <a:off x="9791356" y="880829"/>
                  <a:ext cx="46086" cy="46086"/>
                </a:xfrm>
                <a:custGeom>
                  <a:rect b="b" l="l" r="r" t="t"/>
                  <a:pathLst>
                    <a:path extrusionOk="0" h="106" w="105">
                      <a:moveTo>
                        <a:pt x="104" y="53"/>
                      </a:moveTo>
                      <a:lnTo>
                        <a:pt x="104" y="53"/>
                      </a:lnTo>
                      <a:cubicBezTo>
                        <a:pt x="104" y="82"/>
                        <a:pt x="81" y="105"/>
                        <a:pt x="52" y="105"/>
                      </a:cubicBezTo>
                      <a:cubicBezTo>
                        <a:pt x="23" y="105"/>
                        <a:pt x="0" y="82"/>
                        <a:pt x="0" y="53"/>
                      </a:cubicBezTo>
                      <a:cubicBezTo>
                        <a:pt x="0" y="24"/>
                        <a:pt x="23" y="0"/>
                        <a:pt x="52" y="0"/>
                      </a:cubicBezTo>
                      <a:cubicBezTo>
                        <a:pt x="81" y="0"/>
                        <a:pt x="104" y="24"/>
                        <a:pt x="104" y="53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0"/>
                <p:cNvSpPr/>
                <p:nvPr/>
              </p:nvSpPr>
              <p:spPr>
                <a:xfrm>
                  <a:off x="9067421" y="1276400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1"/>
                        <a:pt x="82" y="104"/>
                        <a:pt x="52" y="104"/>
                      </a:cubicBezTo>
                      <a:cubicBezTo>
                        <a:pt x="24" y="104"/>
                        <a:pt x="0" y="81"/>
                        <a:pt x="0" y="52"/>
                      </a:cubicBezTo>
                      <a:cubicBezTo>
                        <a:pt x="0" y="23"/>
                        <a:pt x="24" y="0"/>
                        <a:pt x="52" y="0"/>
                      </a:cubicBezTo>
                      <a:cubicBezTo>
                        <a:pt x="82" y="0"/>
                        <a:pt x="104" y="23"/>
                        <a:pt x="104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0"/>
                <p:cNvSpPr/>
                <p:nvPr/>
              </p:nvSpPr>
              <p:spPr>
                <a:xfrm>
                  <a:off x="8460622" y="1806389"/>
                  <a:ext cx="46086" cy="46086"/>
                </a:xfrm>
                <a:custGeom>
                  <a:rect b="b" l="l" r="r" t="t"/>
                  <a:pathLst>
                    <a:path extrusionOk="0" h="105" w="105">
                      <a:moveTo>
                        <a:pt x="104" y="52"/>
                      </a:moveTo>
                      <a:lnTo>
                        <a:pt x="104" y="52"/>
                      </a:lnTo>
                      <a:cubicBezTo>
                        <a:pt x="104" y="80"/>
                        <a:pt x="81" y="104"/>
                        <a:pt x="52" y="104"/>
                      </a:cubicBezTo>
                      <a:cubicBezTo>
                        <a:pt x="24" y="104"/>
                        <a:pt x="0" y="80"/>
                        <a:pt x="0" y="52"/>
                      </a:cubicBezTo>
                      <a:cubicBezTo>
                        <a:pt x="0" y="22"/>
                        <a:pt x="24" y="0"/>
                        <a:pt x="52" y="0"/>
                      </a:cubicBezTo>
                      <a:cubicBezTo>
                        <a:pt x="81" y="0"/>
                        <a:pt x="104" y="22"/>
                        <a:pt x="104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10"/>
                <p:cNvSpPr/>
                <p:nvPr/>
              </p:nvSpPr>
              <p:spPr>
                <a:xfrm>
                  <a:off x="8328126" y="1806389"/>
                  <a:ext cx="46086" cy="46086"/>
                </a:xfrm>
                <a:custGeom>
                  <a:rect b="b" l="l" r="r" t="t"/>
                  <a:pathLst>
                    <a:path extrusionOk="0" h="105" w="106">
                      <a:moveTo>
                        <a:pt x="105" y="52"/>
                      </a:moveTo>
                      <a:lnTo>
                        <a:pt x="105" y="52"/>
                      </a:lnTo>
                      <a:cubicBezTo>
                        <a:pt x="105" y="80"/>
                        <a:pt x="81" y="104"/>
                        <a:pt x="52" y="104"/>
                      </a:cubicBezTo>
                      <a:cubicBezTo>
                        <a:pt x="23" y="104"/>
                        <a:pt x="0" y="80"/>
                        <a:pt x="0" y="52"/>
                      </a:cubicBezTo>
                      <a:cubicBezTo>
                        <a:pt x="0" y="22"/>
                        <a:pt x="23" y="0"/>
                        <a:pt x="52" y="0"/>
                      </a:cubicBezTo>
                      <a:cubicBezTo>
                        <a:pt x="81" y="0"/>
                        <a:pt x="105" y="22"/>
                        <a:pt x="105" y="52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10"/>
                <p:cNvSpPr/>
                <p:nvPr/>
              </p:nvSpPr>
              <p:spPr>
                <a:xfrm>
                  <a:off x="8881158" y="-457585"/>
                  <a:ext cx="618321" cy="261154"/>
                </a:xfrm>
                <a:custGeom>
                  <a:rect b="b" l="l" r="r" t="t"/>
                  <a:pathLst>
                    <a:path extrusionOk="0" h="601" w="1419">
                      <a:moveTo>
                        <a:pt x="1119" y="600"/>
                      </a:moveTo>
                      <a:lnTo>
                        <a:pt x="299" y="600"/>
                      </a:lnTo>
                      <a:cubicBezTo>
                        <a:pt x="133" y="600"/>
                        <a:pt x="0" y="466"/>
                        <a:pt x="0" y="301"/>
                      </a:cubicBezTo>
                      <a:cubicBezTo>
                        <a:pt x="0" y="135"/>
                        <a:pt x="133" y="0"/>
                        <a:pt x="299" y="0"/>
                      </a:cubicBezTo>
                      <a:lnTo>
                        <a:pt x="1119" y="0"/>
                      </a:lnTo>
                      <a:cubicBezTo>
                        <a:pt x="1284" y="0"/>
                        <a:pt x="1418" y="135"/>
                        <a:pt x="1418" y="301"/>
                      </a:cubicBezTo>
                      <a:cubicBezTo>
                        <a:pt x="1418" y="466"/>
                        <a:pt x="1284" y="600"/>
                        <a:pt x="1119" y="600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" name="Google Shape;553;p10"/>
                <p:cNvSpPr/>
                <p:nvPr/>
              </p:nvSpPr>
              <p:spPr>
                <a:xfrm>
                  <a:off x="7790456" y="523662"/>
                  <a:ext cx="618321" cy="261154"/>
                </a:xfrm>
                <a:custGeom>
                  <a:rect b="b" l="l" r="r" t="t"/>
                  <a:pathLst>
                    <a:path extrusionOk="0" h="600" w="1420">
                      <a:moveTo>
                        <a:pt x="1120" y="599"/>
                      </a:moveTo>
                      <a:lnTo>
                        <a:pt x="300" y="599"/>
                      </a:lnTo>
                      <a:cubicBezTo>
                        <a:pt x="134" y="599"/>
                        <a:pt x="0" y="465"/>
                        <a:pt x="0" y="299"/>
                      </a:cubicBezTo>
                      <a:cubicBezTo>
                        <a:pt x="0" y="133"/>
                        <a:pt x="134" y="0"/>
                        <a:pt x="300" y="0"/>
                      </a:cubicBezTo>
                      <a:lnTo>
                        <a:pt x="1120" y="0"/>
                      </a:lnTo>
                      <a:cubicBezTo>
                        <a:pt x="1285" y="0"/>
                        <a:pt x="1419" y="133"/>
                        <a:pt x="1419" y="299"/>
                      </a:cubicBezTo>
                      <a:cubicBezTo>
                        <a:pt x="1419" y="465"/>
                        <a:pt x="1285" y="599"/>
                        <a:pt x="1120" y="599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" name="Google Shape;554;p10"/>
                <p:cNvSpPr/>
                <p:nvPr/>
              </p:nvSpPr>
              <p:spPr>
                <a:xfrm>
                  <a:off x="9791356" y="1191910"/>
                  <a:ext cx="760419" cy="520388"/>
                </a:xfrm>
                <a:custGeom>
                  <a:rect b="b" l="l" r="r" t="t"/>
                  <a:pathLst>
                    <a:path extrusionOk="0" h="1196" w="1747">
                      <a:moveTo>
                        <a:pt x="1445" y="597"/>
                      </a:moveTo>
                      <a:lnTo>
                        <a:pt x="1167" y="597"/>
                      </a:lnTo>
                      <a:cubicBezTo>
                        <a:pt x="1310" y="573"/>
                        <a:pt x="1419" y="450"/>
                        <a:pt x="1419" y="300"/>
                      </a:cubicBezTo>
                      <a:cubicBezTo>
                        <a:pt x="1419" y="134"/>
                        <a:pt x="1285" y="0"/>
                        <a:pt x="1120" y="0"/>
                      </a:cubicBezTo>
                      <a:lnTo>
                        <a:pt x="300" y="0"/>
                      </a:lnTo>
                      <a:cubicBezTo>
                        <a:pt x="134" y="0"/>
                        <a:pt x="0" y="134"/>
                        <a:pt x="0" y="300"/>
                      </a:cubicBezTo>
                      <a:cubicBezTo>
                        <a:pt x="0" y="466"/>
                        <a:pt x="134" y="600"/>
                        <a:pt x="300" y="600"/>
                      </a:cubicBezTo>
                      <a:lnTo>
                        <a:pt x="580" y="600"/>
                      </a:lnTo>
                      <a:cubicBezTo>
                        <a:pt x="436" y="623"/>
                        <a:pt x="327" y="746"/>
                        <a:pt x="327" y="896"/>
                      </a:cubicBezTo>
                      <a:cubicBezTo>
                        <a:pt x="327" y="1062"/>
                        <a:pt x="460" y="1195"/>
                        <a:pt x="626" y="1195"/>
                      </a:cubicBezTo>
                      <a:lnTo>
                        <a:pt x="1445" y="1195"/>
                      </a:lnTo>
                      <a:cubicBezTo>
                        <a:pt x="1611" y="1195"/>
                        <a:pt x="1746" y="1062"/>
                        <a:pt x="1746" y="896"/>
                      </a:cubicBezTo>
                      <a:cubicBezTo>
                        <a:pt x="1746" y="731"/>
                        <a:pt x="1611" y="597"/>
                        <a:pt x="1445" y="597"/>
                      </a:cubicBezTo>
                    </a:path>
                  </a:pathLst>
                </a:custGeom>
                <a:solidFill>
                  <a:srgbClr val="BF9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55" name="Google Shape;555;p10"/>
          <p:cNvSpPr txBox="1"/>
          <p:nvPr/>
        </p:nvSpPr>
        <p:spPr>
          <a:xfrm>
            <a:off x="3168961" y="1779118"/>
            <a:ext cx="58861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600">
                <a:solidFill>
                  <a:schemeClr val="dk2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Thankyou !</a:t>
            </a:r>
            <a:endParaRPr/>
          </a:p>
        </p:txBody>
      </p:sp>
      <p:sp>
        <p:nvSpPr>
          <p:cNvPr id="556" name="Google Shape;556;p10"/>
          <p:cNvSpPr txBox="1"/>
          <p:nvPr>
            <p:ph idx="1" type="subTitle"/>
          </p:nvPr>
        </p:nvSpPr>
        <p:spPr>
          <a:xfrm>
            <a:off x="2723024" y="3602038"/>
            <a:ext cx="7184003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“ If you could say it in words,  there would be no reason to </a:t>
            </a:r>
            <a:r>
              <a:rPr b="1" lang="en-IN">
                <a:solidFill>
                  <a:srgbClr val="548135"/>
                </a:solidFill>
              </a:rPr>
              <a:t>PAINT</a:t>
            </a:r>
            <a:r>
              <a:rPr lang="en-IN"/>
              <a:t>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2021-04-08T09:08:03Z</dcterms:created>
  <dc:creator>PADHMAJA K</dc:creator>
</cp:coreProperties>
</file>