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Poppins"/>
      <p:bold r:id="rId17"/>
      <p:boldItalic r:id="rId18"/>
    </p:embeddedFont>
    <p:embeddedFont>
      <p:font typeface="Poppins Light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bRFHJy044dFLw1fSP2dkqov2o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A83027-4413-4233-BDFB-A9FBD6E725D2}">
  <a:tblStyle styleId="{42A83027-4413-4233-BDFB-A9FBD6E725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bold.fntdata"/><Relationship Id="rId22" Type="http://schemas.openxmlformats.org/officeDocument/2006/relationships/font" Target="fonts/PoppinsLight-boldItalic.fntdata"/><Relationship Id="rId21" Type="http://schemas.openxmlformats.org/officeDocument/2006/relationships/font" Target="fonts/PoppinsLight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bold.fntdata"/><Relationship Id="rId16" Type="http://schemas.openxmlformats.org/officeDocument/2006/relationships/slide" Target="slides/slide10.xml"/><Relationship Id="rId19" Type="http://schemas.openxmlformats.org/officeDocument/2006/relationships/font" Target="fonts/PoppinsLight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96590" y="1388078"/>
            <a:ext cx="9571694" cy="81359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-318871" y="9402612"/>
            <a:ext cx="18925742" cy="115010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>
            <a:off x="1028699" y="1797539"/>
            <a:ext cx="8593878" cy="4207797"/>
            <a:chOff x="0" y="1025119"/>
            <a:chExt cx="11458505" cy="5610396"/>
          </a:xfrm>
        </p:grpSpPr>
        <p:pic>
          <p:nvPicPr>
            <p:cNvPr id="87" name="Google Shape;8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6282768"/>
              <a:ext cx="2612943" cy="352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"/>
            <p:cNvSpPr txBox="1"/>
            <p:nvPr/>
          </p:nvSpPr>
          <p:spPr>
            <a:xfrm>
              <a:off x="1" y="1025119"/>
              <a:ext cx="11458504" cy="4310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4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POLARITY </a:t>
              </a:r>
              <a:endParaRPr/>
            </a:p>
            <a:p>
              <a:pPr indent="0" lvl="0" marL="0" marR="0" rtl="0" algn="l">
                <a:lnSpc>
                  <a:spcPct val="1354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E-BIKES </a:t>
              </a:r>
              <a:endParaRPr b="1" i="0" sz="9999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1028700" y="8134074"/>
            <a:ext cx="85938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AFBFB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PREPARED BY PADHMAJA K, IIM RAIPUR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967679" y="3035107"/>
            <a:ext cx="8176321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people to talk about you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Become a Networking Pro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Consultative Selling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Know our Numbers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Everyone is Selling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Marketing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Automate and use tools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 Into Event Marketing ninja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Online Lead generation Strategy in place  </a:t>
            </a:r>
            <a:endParaRPr/>
          </a:p>
          <a:p>
            <a:pPr indent="-3429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1028700" y="978694"/>
            <a:ext cx="8176318" cy="1346125"/>
            <a:chOff x="0" y="-66675"/>
            <a:chExt cx="10901758" cy="1794833"/>
          </a:xfrm>
        </p:grpSpPr>
        <p:sp>
          <p:nvSpPr>
            <p:cNvPr id="96" name="Google Shape;96;p2"/>
            <p:cNvSpPr txBox="1"/>
            <p:nvPr/>
          </p:nvSpPr>
          <p:spPr>
            <a:xfrm>
              <a:off x="0" y="-66675"/>
              <a:ext cx="10901758" cy="1333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9 Step plan </a:t>
              </a:r>
              <a:endParaRPr b="1" i="0" sz="4400" u="none" cap="none" strike="noStrike">
                <a:solidFill>
                  <a:srgbClr val="FAFBF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97" name="Google Shape;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449226"/>
              <a:ext cx="2066165" cy="2789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3995" y="1028700"/>
            <a:ext cx="7365492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-204992" y="-322658"/>
            <a:ext cx="18697984" cy="2820335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4774006" y="744088"/>
            <a:ext cx="117824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2223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Scripting to Success 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1480776" y="6804417"/>
            <a:ext cx="7037528" cy="564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22321"/>
                </a:solidFill>
                <a:latin typeface="Poppins"/>
                <a:ea typeface="Poppins"/>
                <a:cs typeface="Poppins"/>
                <a:sym typeface="Poppins"/>
              </a:rPr>
              <a:t>JC ROAD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472100" y="546692"/>
            <a:ext cx="2701475" cy="2296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3"/>
          <p:cNvGrpSpPr/>
          <p:nvPr/>
        </p:nvGrpSpPr>
        <p:grpSpPr>
          <a:xfrm>
            <a:off x="98236" y="2772999"/>
            <a:ext cx="17313849" cy="7160049"/>
            <a:chOff x="98236" y="2772999"/>
            <a:chExt cx="17313849" cy="7160049"/>
          </a:xfrm>
        </p:grpSpPr>
        <p:grpSp>
          <p:nvGrpSpPr>
            <p:cNvPr id="108" name="Google Shape;108;p3"/>
            <p:cNvGrpSpPr/>
            <p:nvPr/>
          </p:nvGrpSpPr>
          <p:grpSpPr>
            <a:xfrm>
              <a:off x="98236" y="2772999"/>
              <a:ext cx="7867650" cy="902333"/>
              <a:chOff x="1114425" y="3390900"/>
              <a:chExt cx="7867650" cy="902333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6465" y="77109"/>
                      <a:pt x="76054" y="-18817"/>
                      <a:pt x="150392" y="0"/>
                    </a:cubicBezTo>
                    <a:cubicBezTo>
                      <a:pt x="362845" y="-14485"/>
                      <a:pt x="551596" y="244"/>
                      <a:pt x="686952" y="0"/>
                    </a:cubicBezTo>
                    <a:cubicBezTo>
                      <a:pt x="822308" y="-244"/>
                      <a:pt x="1127610" y="-16134"/>
                      <a:pt x="1374848" y="0"/>
                    </a:cubicBezTo>
                    <a:cubicBezTo>
                      <a:pt x="1622086" y="16134"/>
                      <a:pt x="1807744" y="-15242"/>
                      <a:pt x="1987077" y="0"/>
                    </a:cubicBezTo>
                    <a:cubicBezTo>
                      <a:pt x="2166410" y="15242"/>
                      <a:pt x="2533952" y="-20218"/>
                      <a:pt x="2674974" y="0"/>
                    </a:cubicBezTo>
                    <a:cubicBezTo>
                      <a:pt x="2815996" y="20218"/>
                      <a:pt x="3050583" y="-8597"/>
                      <a:pt x="3287202" y="0"/>
                    </a:cubicBezTo>
                    <a:cubicBezTo>
                      <a:pt x="3523821" y="8597"/>
                      <a:pt x="3812661" y="-37245"/>
                      <a:pt x="4050767" y="0"/>
                    </a:cubicBezTo>
                    <a:cubicBezTo>
                      <a:pt x="4288873" y="37245"/>
                      <a:pt x="4461112" y="30316"/>
                      <a:pt x="4662996" y="0"/>
                    </a:cubicBezTo>
                    <a:cubicBezTo>
                      <a:pt x="4864880" y="-30316"/>
                      <a:pt x="4973292" y="14303"/>
                      <a:pt x="5275224" y="0"/>
                    </a:cubicBezTo>
                    <a:cubicBezTo>
                      <a:pt x="5577156" y="-14303"/>
                      <a:pt x="5557464" y="-498"/>
                      <a:pt x="5811784" y="0"/>
                    </a:cubicBezTo>
                    <a:cubicBezTo>
                      <a:pt x="6066104" y="498"/>
                      <a:pt x="6256726" y="13593"/>
                      <a:pt x="6424012" y="0"/>
                    </a:cubicBezTo>
                    <a:cubicBezTo>
                      <a:pt x="6591298" y="-13593"/>
                      <a:pt x="6902288" y="-21410"/>
                      <a:pt x="7111909" y="0"/>
                    </a:cubicBezTo>
                    <a:cubicBezTo>
                      <a:pt x="7321530" y="21410"/>
                      <a:pt x="7569933" y="5794"/>
                      <a:pt x="7717258" y="0"/>
                    </a:cubicBezTo>
                    <a:cubicBezTo>
                      <a:pt x="7809790" y="-13297"/>
                      <a:pt x="7864696" y="72308"/>
                      <a:pt x="7867650" y="150392"/>
                    </a:cubicBezTo>
                    <a:cubicBezTo>
                      <a:pt x="7875170" y="294741"/>
                      <a:pt x="7855410" y="537815"/>
                      <a:pt x="7867650" y="751941"/>
                    </a:cubicBezTo>
                    <a:cubicBezTo>
                      <a:pt x="7872438" y="841819"/>
                      <a:pt x="7796600" y="921680"/>
                      <a:pt x="7717258" y="902333"/>
                    </a:cubicBezTo>
                    <a:cubicBezTo>
                      <a:pt x="7466929" y="896088"/>
                      <a:pt x="7192860" y="914808"/>
                      <a:pt x="6953692" y="902333"/>
                    </a:cubicBezTo>
                    <a:cubicBezTo>
                      <a:pt x="6714524" y="889858"/>
                      <a:pt x="6597139" y="927793"/>
                      <a:pt x="6341464" y="902333"/>
                    </a:cubicBezTo>
                    <a:cubicBezTo>
                      <a:pt x="6085789" y="876873"/>
                      <a:pt x="6066291" y="911008"/>
                      <a:pt x="5880573" y="902333"/>
                    </a:cubicBezTo>
                    <a:cubicBezTo>
                      <a:pt x="5694855" y="893658"/>
                      <a:pt x="5404688" y="903815"/>
                      <a:pt x="5117008" y="902333"/>
                    </a:cubicBezTo>
                    <a:cubicBezTo>
                      <a:pt x="4829329" y="900851"/>
                      <a:pt x="4803979" y="882655"/>
                      <a:pt x="4656117" y="902333"/>
                    </a:cubicBezTo>
                    <a:cubicBezTo>
                      <a:pt x="4508255" y="922011"/>
                      <a:pt x="4241828" y="893624"/>
                      <a:pt x="4043889" y="902333"/>
                    </a:cubicBezTo>
                    <a:cubicBezTo>
                      <a:pt x="3845950" y="911042"/>
                      <a:pt x="3637982" y="894078"/>
                      <a:pt x="3507329" y="902333"/>
                    </a:cubicBezTo>
                    <a:cubicBezTo>
                      <a:pt x="3376676" y="910588"/>
                      <a:pt x="2898645" y="896895"/>
                      <a:pt x="2668095" y="902333"/>
                    </a:cubicBezTo>
                    <a:cubicBezTo>
                      <a:pt x="2437545" y="907771"/>
                      <a:pt x="2221839" y="894626"/>
                      <a:pt x="1828860" y="902333"/>
                    </a:cubicBezTo>
                    <a:cubicBezTo>
                      <a:pt x="1435881" y="910040"/>
                      <a:pt x="1393923" y="881380"/>
                      <a:pt x="1140964" y="902333"/>
                    </a:cubicBezTo>
                    <a:cubicBezTo>
                      <a:pt x="888005" y="923286"/>
                      <a:pt x="379045" y="933347"/>
                      <a:pt x="150392" y="902333"/>
                    </a:cubicBezTo>
                    <a:cubicBezTo>
                      <a:pt x="79230" y="907919"/>
                      <a:pt x="18674" y="834379"/>
                      <a:pt x="0" y="751941"/>
                    </a:cubicBezTo>
                    <a:cubicBezTo>
                      <a:pt x="27200" y="492465"/>
                      <a:pt x="-20514" y="292299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5690" y="69832"/>
                      <a:pt x="77671" y="-469"/>
                      <a:pt x="150392" y="0"/>
                    </a:cubicBezTo>
                    <a:cubicBezTo>
                      <a:pt x="353813" y="3918"/>
                      <a:pt x="661006" y="31736"/>
                      <a:pt x="838289" y="0"/>
                    </a:cubicBezTo>
                    <a:cubicBezTo>
                      <a:pt x="1015572" y="-31736"/>
                      <a:pt x="1266229" y="-4799"/>
                      <a:pt x="1450517" y="0"/>
                    </a:cubicBezTo>
                    <a:cubicBezTo>
                      <a:pt x="1634805" y="4799"/>
                      <a:pt x="1847630" y="237"/>
                      <a:pt x="2138414" y="0"/>
                    </a:cubicBezTo>
                    <a:cubicBezTo>
                      <a:pt x="2429198" y="-237"/>
                      <a:pt x="2595712" y="-8132"/>
                      <a:pt x="2901980" y="0"/>
                    </a:cubicBezTo>
                    <a:cubicBezTo>
                      <a:pt x="3208248" y="8132"/>
                      <a:pt x="3278251" y="7669"/>
                      <a:pt x="3438539" y="0"/>
                    </a:cubicBezTo>
                    <a:cubicBezTo>
                      <a:pt x="3598827" y="-7669"/>
                      <a:pt x="3875178" y="13708"/>
                      <a:pt x="4126436" y="0"/>
                    </a:cubicBezTo>
                    <a:cubicBezTo>
                      <a:pt x="4377694" y="-13708"/>
                      <a:pt x="4491003" y="-3312"/>
                      <a:pt x="4814333" y="0"/>
                    </a:cubicBezTo>
                    <a:cubicBezTo>
                      <a:pt x="5137663" y="3312"/>
                      <a:pt x="5071515" y="21270"/>
                      <a:pt x="5275224" y="0"/>
                    </a:cubicBezTo>
                    <a:cubicBezTo>
                      <a:pt x="5478933" y="-21270"/>
                      <a:pt x="5701965" y="2028"/>
                      <a:pt x="5963121" y="0"/>
                    </a:cubicBezTo>
                    <a:cubicBezTo>
                      <a:pt x="6224277" y="-2028"/>
                      <a:pt x="6372003" y="13957"/>
                      <a:pt x="6575349" y="0"/>
                    </a:cubicBezTo>
                    <a:cubicBezTo>
                      <a:pt x="6778695" y="-13957"/>
                      <a:pt x="7372361" y="27784"/>
                      <a:pt x="7717258" y="0"/>
                    </a:cubicBezTo>
                    <a:cubicBezTo>
                      <a:pt x="7811787" y="4173"/>
                      <a:pt x="7879277" y="79630"/>
                      <a:pt x="7867650" y="150392"/>
                    </a:cubicBezTo>
                    <a:cubicBezTo>
                      <a:pt x="7870389" y="302384"/>
                      <a:pt x="7847786" y="626095"/>
                      <a:pt x="7867650" y="751941"/>
                    </a:cubicBezTo>
                    <a:cubicBezTo>
                      <a:pt x="7858727" y="831407"/>
                      <a:pt x="7800259" y="899861"/>
                      <a:pt x="7717258" y="902333"/>
                    </a:cubicBezTo>
                    <a:cubicBezTo>
                      <a:pt x="7470110" y="894353"/>
                      <a:pt x="7312855" y="898352"/>
                      <a:pt x="7180698" y="902333"/>
                    </a:cubicBezTo>
                    <a:cubicBezTo>
                      <a:pt x="7048541" y="906314"/>
                      <a:pt x="6659855" y="933111"/>
                      <a:pt x="6417133" y="902333"/>
                    </a:cubicBezTo>
                    <a:cubicBezTo>
                      <a:pt x="6174411" y="871555"/>
                      <a:pt x="5850093" y="865972"/>
                      <a:pt x="5653567" y="902333"/>
                    </a:cubicBezTo>
                    <a:cubicBezTo>
                      <a:pt x="5457041" y="938694"/>
                      <a:pt x="5240686" y="933595"/>
                      <a:pt x="4890002" y="902333"/>
                    </a:cubicBezTo>
                    <a:cubicBezTo>
                      <a:pt x="4539318" y="871071"/>
                      <a:pt x="4455434" y="904855"/>
                      <a:pt x="4050767" y="902333"/>
                    </a:cubicBezTo>
                    <a:cubicBezTo>
                      <a:pt x="3646100" y="899811"/>
                      <a:pt x="3493827" y="888930"/>
                      <a:pt x="3287202" y="902333"/>
                    </a:cubicBezTo>
                    <a:cubicBezTo>
                      <a:pt x="3080578" y="915736"/>
                      <a:pt x="2994200" y="900067"/>
                      <a:pt x="2750642" y="902333"/>
                    </a:cubicBezTo>
                    <a:cubicBezTo>
                      <a:pt x="2507084" y="904599"/>
                      <a:pt x="2392986" y="891402"/>
                      <a:pt x="2289751" y="902333"/>
                    </a:cubicBezTo>
                    <a:cubicBezTo>
                      <a:pt x="2186516" y="913264"/>
                      <a:pt x="1677504" y="912291"/>
                      <a:pt x="1450517" y="902333"/>
                    </a:cubicBezTo>
                    <a:cubicBezTo>
                      <a:pt x="1223530" y="892375"/>
                      <a:pt x="956603" y="915670"/>
                      <a:pt x="762620" y="902333"/>
                    </a:cubicBezTo>
                    <a:cubicBezTo>
                      <a:pt x="568637" y="888996"/>
                      <a:pt x="445793" y="929403"/>
                      <a:pt x="150392" y="902333"/>
                    </a:cubicBezTo>
                    <a:cubicBezTo>
                      <a:pt x="67141" y="898904"/>
                      <a:pt x="4446" y="830062"/>
                      <a:pt x="0" y="751941"/>
                    </a:cubicBezTo>
                    <a:cubicBezTo>
                      <a:pt x="30020" y="592908"/>
                      <a:pt x="19698" y="440381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1891" y="41968"/>
                      <a:pt x="29941" y="-7868"/>
                      <a:pt x="79456" y="0"/>
                    </a:cubicBezTo>
                    <a:cubicBezTo>
                      <a:pt x="267748" y="-18936"/>
                      <a:pt x="416524" y="7102"/>
                      <a:pt x="560959" y="0"/>
                    </a:cubicBezTo>
                    <a:cubicBezTo>
                      <a:pt x="705394" y="-7102"/>
                      <a:pt x="1077619" y="-14066"/>
                      <a:pt x="1386393" y="0"/>
                    </a:cubicBezTo>
                    <a:cubicBezTo>
                      <a:pt x="1695167" y="14066"/>
                      <a:pt x="1759531" y="-12785"/>
                      <a:pt x="1936682" y="0"/>
                    </a:cubicBezTo>
                    <a:cubicBezTo>
                      <a:pt x="2113833" y="12785"/>
                      <a:pt x="2428022" y="-15370"/>
                      <a:pt x="2624544" y="0"/>
                    </a:cubicBezTo>
                    <a:cubicBezTo>
                      <a:pt x="2821066" y="15370"/>
                      <a:pt x="3030138" y="-26720"/>
                      <a:pt x="3312406" y="0"/>
                    </a:cubicBezTo>
                    <a:cubicBezTo>
                      <a:pt x="3594674" y="26720"/>
                      <a:pt x="3747992" y="6636"/>
                      <a:pt x="4069053" y="0"/>
                    </a:cubicBezTo>
                    <a:cubicBezTo>
                      <a:pt x="4390114" y="-6636"/>
                      <a:pt x="4415054" y="2783"/>
                      <a:pt x="4619343" y="0"/>
                    </a:cubicBezTo>
                    <a:cubicBezTo>
                      <a:pt x="4823632" y="-2783"/>
                      <a:pt x="4950514" y="23812"/>
                      <a:pt x="5100846" y="0"/>
                    </a:cubicBezTo>
                    <a:cubicBezTo>
                      <a:pt x="5251178" y="-23812"/>
                      <a:pt x="5613542" y="25543"/>
                      <a:pt x="5788707" y="0"/>
                    </a:cubicBezTo>
                    <a:cubicBezTo>
                      <a:pt x="5963872" y="-25543"/>
                      <a:pt x="6522643" y="-33004"/>
                      <a:pt x="6958072" y="0"/>
                    </a:cubicBezTo>
                    <a:cubicBezTo>
                      <a:pt x="7001812" y="-1549"/>
                      <a:pt x="7036641" y="45530"/>
                      <a:pt x="7037528" y="79456"/>
                    </a:cubicBezTo>
                    <a:cubicBezTo>
                      <a:pt x="7044282" y="210808"/>
                      <a:pt x="7036410" y="240949"/>
                      <a:pt x="7037528" y="397270"/>
                    </a:cubicBezTo>
                    <a:cubicBezTo>
                      <a:pt x="7035245" y="441221"/>
                      <a:pt x="7000991" y="481861"/>
                      <a:pt x="6958072" y="476726"/>
                    </a:cubicBezTo>
                    <a:cubicBezTo>
                      <a:pt x="6609670" y="478911"/>
                      <a:pt x="6460224" y="504658"/>
                      <a:pt x="6201424" y="476726"/>
                    </a:cubicBezTo>
                    <a:cubicBezTo>
                      <a:pt x="5942624" y="448794"/>
                      <a:pt x="5815724" y="463629"/>
                      <a:pt x="5651135" y="476726"/>
                    </a:cubicBezTo>
                    <a:cubicBezTo>
                      <a:pt x="5486546" y="489823"/>
                      <a:pt x="5355813" y="499703"/>
                      <a:pt x="5169632" y="476726"/>
                    </a:cubicBezTo>
                    <a:cubicBezTo>
                      <a:pt x="4983451" y="453749"/>
                      <a:pt x="4840611" y="493767"/>
                      <a:pt x="4619343" y="476726"/>
                    </a:cubicBezTo>
                    <a:cubicBezTo>
                      <a:pt x="4398075" y="459685"/>
                      <a:pt x="4277331" y="455336"/>
                      <a:pt x="4137839" y="476726"/>
                    </a:cubicBezTo>
                    <a:cubicBezTo>
                      <a:pt x="3998347" y="498116"/>
                      <a:pt x="3890843" y="471978"/>
                      <a:pt x="3656336" y="476726"/>
                    </a:cubicBezTo>
                    <a:cubicBezTo>
                      <a:pt x="3421829" y="481474"/>
                      <a:pt x="3279658" y="482763"/>
                      <a:pt x="2968475" y="476726"/>
                    </a:cubicBezTo>
                    <a:cubicBezTo>
                      <a:pt x="2657292" y="470689"/>
                      <a:pt x="2484455" y="503172"/>
                      <a:pt x="2280613" y="476726"/>
                    </a:cubicBezTo>
                    <a:cubicBezTo>
                      <a:pt x="2076771" y="450280"/>
                      <a:pt x="1878899" y="491939"/>
                      <a:pt x="1730324" y="476726"/>
                    </a:cubicBezTo>
                    <a:cubicBezTo>
                      <a:pt x="1581749" y="461513"/>
                      <a:pt x="1447906" y="481455"/>
                      <a:pt x="1248821" y="476726"/>
                    </a:cubicBezTo>
                    <a:cubicBezTo>
                      <a:pt x="1049736" y="471997"/>
                      <a:pt x="593685" y="509206"/>
                      <a:pt x="79456" y="476726"/>
                    </a:cubicBezTo>
                    <a:cubicBezTo>
                      <a:pt x="37417" y="474576"/>
                      <a:pt x="-5393" y="443989"/>
                      <a:pt x="0" y="397270"/>
                    </a:cubicBezTo>
                    <a:cubicBezTo>
                      <a:pt x="526" y="310686"/>
                      <a:pt x="-2335" y="185343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-1069" y="35421"/>
                      <a:pt x="43017" y="-3943"/>
                      <a:pt x="79456" y="0"/>
                    </a:cubicBezTo>
                    <a:cubicBezTo>
                      <a:pt x="254715" y="-9048"/>
                      <a:pt x="391920" y="20287"/>
                      <a:pt x="560959" y="0"/>
                    </a:cubicBezTo>
                    <a:cubicBezTo>
                      <a:pt x="729998" y="-20287"/>
                      <a:pt x="1100517" y="-12202"/>
                      <a:pt x="1317607" y="0"/>
                    </a:cubicBezTo>
                    <a:cubicBezTo>
                      <a:pt x="1534697" y="12202"/>
                      <a:pt x="1700241" y="8306"/>
                      <a:pt x="1799110" y="0"/>
                    </a:cubicBezTo>
                    <a:cubicBezTo>
                      <a:pt x="1897979" y="-8306"/>
                      <a:pt x="2301522" y="27307"/>
                      <a:pt x="2555758" y="0"/>
                    </a:cubicBezTo>
                    <a:cubicBezTo>
                      <a:pt x="2809994" y="-27307"/>
                      <a:pt x="3047957" y="29939"/>
                      <a:pt x="3312406" y="0"/>
                    </a:cubicBezTo>
                    <a:cubicBezTo>
                      <a:pt x="3576855" y="-29939"/>
                      <a:pt x="3815172" y="-32158"/>
                      <a:pt x="4137839" y="0"/>
                    </a:cubicBezTo>
                    <a:cubicBezTo>
                      <a:pt x="4460506" y="32158"/>
                      <a:pt x="4507384" y="24827"/>
                      <a:pt x="4825701" y="0"/>
                    </a:cubicBezTo>
                    <a:cubicBezTo>
                      <a:pt x="5144018" y="-24827"/>
                      <a:pt x="5118683" y="-12304"/>
                      <a:pt x="5307204" y="0"/>
                    </a:cubicBezTo>
                    <a:cubicBezTo>
                      <a:pt x="5495725" y="12304"/>
                      <a:pt x="5680775" y="-28908"/>
                      <a:pt x="5995066" y="0"/>
                    </a:cubicBezTo>
                    <a:cubicBezTo>
                      <a:pt x="6309357" y="28908"/>
                      <a:pt x="6707676" y="-28003"/>
                      <a:pt x="6958072" y="0"/>
                    </a:cubicBezTo>
                    <a:cubicBezTo>
                      <a:pt x="7002386" y="-2377"/>
                      <a:pt x="7032731" y="26578"/>
                      <a:pt x="7037528" y="79456"/>
                    </a:cubicBezTo>
                    <a:cubicBezTo>
                      <a:pt x="7046238" y="176918"/>
                      <a:pt x="7045717" y="271229"/>
                      <a:pt x="7037528" y="397270"/>
                    </a:cubicBezTo>
                    <a:cubicBezTo>
                      <a:pt x="7039886" y="441141"/>
                      <a:pt x="7003536" y="473782"/>
                      <a:pt x="6958072" y="476726"/>
                    </a:cubicBezTo>
                    <a:cubicBezTo>
                      <a:pt x="6702119" y="476767"/>
                      <a:pt x="6578295" y="459114"/>
                      <a:pt x="6270210" y="476726"/>
                    </a:cubicBezTo>
                    <a:cubicBezTo>
                      <a:pt x="5962125" y="494338"/>
                      <a:pt x="5752469" y="488406"/>
                      <a:pt x="5582349" y="476726"/>
                    </a:cubicBezTo>
                    <a:cubicBezTo>
                      <a:pt x="5412229" y="465046"/>
                      <a:pt x="5147195" y="469598"/>
                      <a:pt x="4963273" y="476726"/>
                    </a:cubicBezTo>
                    <a:cubicBezTo>
                      <a:pt x="4779351" y="483854"/>
                      <a:pt x="4392079" y="481274"/>
                      <a:pt x="4206626" y="476726"/>
                    </a:cubicBezTo>
                    <a:cubicBezTo>
                      <a:pt x="4021173" y="472178"/>
                      <a:pt x="3758365" y="446671"/>
                      <a:pt x="3381192" y="476726"/>
                    </a:cubicBezTo>
                    <a:cubicBezTo>
                      <a:pt x="3004019" y="506781"/>
                      <a:pt x="3006724" y="451721"/>
                      <a:pt x="2830902" y="476726"/>
                    </a:cubicBezTo>
                    <a:cubicBezTo>
                      <a:pt x="2655080" y="501732"/>
                      <a:pt x="2288076" y="480163"/>
                      <a:pt x="2005468" y="476726"/>
                    </a:cubicBezTo>
                    <a:cubicBezTo>
                      <a:pt x="1722860" y="473289"/>
                      <a:pt x="1352369" y="480830"/>
                      <a:pt x="1180035" y="476726"/>
                    </a:cubicBezTo>
                    <a:cubicBezTo>
                      <a:pt x="1007701" y="472622"/>
                      <a:pt x="496611" y="492320"/>
                      <a:pt x="79456" y="476726"/>
                    </a:cubicBezTo>
                    <a:cubicBezTo>
                      <a:pt x="35528" y="481056"/>
                      <a:pt x="-847" y="442070"/>
                      <a:pt x="0" y="397270"/>
                    </a:cubicBezTo>
                    <a:cubicBezTo>
                      <a:pt x="15865" y="248351"/>
                      <a:pt x="-12725" y="173788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Know what you don’t want </a:t>
                </a:r>
                <a:endParaRPr/>
              </a:p>
            </p:txBody>
          </p:sp>
        </p:grpSp>
        <p:grpSp>
          <p:nvGrpSpPr>
            <p:cNvPr id="111" name="Google Shape;111;p3"/>
            <p:cNvGrpSpPr/>
            <p:nvPr/>
          </p:nvGrpSpPr>
          <p:grpSpPr>
            <a:xfrm>
              <a:off x="497663" y="4708840"/>
              <a:ext cx="7867650" cy="902333"/>
              <a:chOff x="1114425" y="3390900"/>
              <a:chExt cx="7867650" cy="902333"/>
            </a:xfrm>
          </p:grpSpPr>
          <p:sp>
            <p:nvSpPr>
              <p:cNvPr id="112" name="Google Shape;112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-10962" y="63245"/>
                      <a:pt x="64841" y="10877"/>
                      <a:pt x="150392" y="0"/>
                    </a:cubicBezTo>
                    <a:cubicBezTo>
                      <a:pt x="374430" y="26241"/>
                      <a:pt x="631240" y="15561"/>
                      <a:pt x="762620" y="0"/>
                    </a:cubicBezTo>
                    <a:cubicBezTo>
                      <a:pt x="894000" y="-15561"/>
                      <a:pt x="1266732" y="18212"/>
                      <a:pt x="1450517" y="0"/>
                    </a:cubicBezTo>
                    <a:cubicBezTo>
                      <a:pt x="1634302" y="-18212"/>
                      <a:pt x="1721156" y="-22843"/>
                      <a:pt x="1911408" y="0"/>
                    </a:cubicBezTo>
                    <a:cubicBezTo>
                      <a:pt x="2101660" y="22843"/>
                      <a:pt x="2284642" y="-4073"/>
                      <a:pt x="2599305" y="0"/>
                    </a:cubicBezTo>
                    <a:cubicBezTo>
                      <a:pt x="2913968" y="4073"/>
                      <a:pt x="2957898" y="2041"/>
                      <a:pt x="3060196" y="0"/>
                    </a:cubicBezTo>
                    <a:cubicBezTo>
                      <a:pt x="3162494" y="-2041"/>
                      <a:pt x="3637210" y="1934"/>
                      <a:pt x="3823761" y="0"/>
                    </a:cubicBezTo>
                    <a:cubicBezTo>
                      <a:pt x="4010312" y="-1934"/>
                      <a:pt x="4461989" y="-38378"/>
                      <a:pt x="4662996" y="0"/>
                    </a:cubicBezTo>
                    <a:cubicBezTo>
                      <a:pt x="4864003" y="38378"/>
                      <a:pt x="4949059" y="19572"/>
                      <a:pt x="5123887" y="0"/>
                    </a:cubicBezTo>
                    <a:cubicBezTo>
                      <a:pt x="5298715" y="-19572"/>
                      <a:pt x="5682805" y="-36899"/>
                      <a:pt x="5887452" y="0"/>
                    </a:cubicBezTo>
                    <a:cubicBezTo>
                      <a:pt x="6092100" y="36899"/>
                      <a:pt x="6177108" y="-15044"/>
                      <a:pt x="6348343" y="0"/>
                    </a:cubicBezTo>
                    <a:cubicBezTo>
                      <a:pt x="6519578" y="15044"/>
                      <a:pt x="6628295" y="-9138"/>
                      <a:pt x="6809234" y="0"/>
                    </a:cubicBezTo>
                    <a:cubicBezTo>
                      <a:pt x="6990173" y="9138"/>
                      <a:pt x="7453187" y="26728"/>
                      <a:pt x="7717258" y="0"/>
                    </a:cubicBezTo>
                    <a:cubicBezTo>
                      <a:pt x="7788916" y="14167"/>
                      <a:pt x="7877188" y="62610"/>
                      <a:pt x="7867650" y="150392"/>
                    </a:cubicBezTo>
                    <a:cubicBezTo>
                      <a:pt x="7875057" y="403079"/>
                      <a:pt x="7859832" y="512008"/>
                      <a:pt x="7867650" y="751941"/>
                    </a:cubicBezTo>
                    <a:cubicBezTo>
                      <a:pt x="7849224" y="832045"/>
                      <a:pt x="7801615" y="885579"/>
                      <a:pt x="7717258" y="902333"/>
                    </a:cubicBezTo>
                    <a:cubicBezTo>
                      <a:pt x="7472665" y="926178"/>
                      <a:pt x="7390036" y="909967"/>
                      <a:pt x="7180698" y="902333"/>
                    </a:cubicBezTo>
                    <a:cubicBezTo>
                      <a:pt x="6971360" y="894699"/>
                      <a:pt x="6869398" y="900436"/>
                      <a:pt x="6719807" y="902333"/>
                    </a:cubicBezTo>
                    <a:cubicBezTo>
                      <a:pt x="6570216" y="904230"/>
                      <a:pt x="6270837" y="903378"/>
                      <a:pt x="6031911" y="902333"/>
                    </a:cubicBezTo>
                    <a:cubicBezTo>
                      <a:pt x="5792985" y="901288"/>
                      <a:pt x="5633904" y="906066"/>
                      <a:pt x="5495351" y="902333"/>
                    </a:cubicBezTo>
                    <a:cubicBezTo>
                      <a:pt x="5356798" y="898600"/>
                      <a:pt x="5139694" y="893418"/>
                      <a:pt x="5034460" y="902333"/>
                    </a:cubicBezTo>
                    <a:cubicBezTo>
                      <a:pt x="4929226" y="911248"/>
                      <a:pt x="4615351" y="893285"/>
                      <a:pt x="4497900" y="902333"/>
                    </a:cubicBezTo>
                    <a:cubicBezTo>
                      <a:pt x="4380449" y="911381"/>
                      <a:pt x="4207092" y="884348"/>
                      <a:pt x="3961341" y="902333"/>
                    </a:cubicBezTo>
                    <a:cubicBezTo>
                      <a:pt x="3715590" y="920318"/>
                      <a:pt x="3397611" y="883633"/>
                      <a:pt x="3197775" y="902333"/>
                    </a:cubicBezTo>
                    <a:cubicBezTo>
                      <a:pt x="2997939" y="921033"/>
                      <a:pt x="2661411" y="895471"/>
                      <a:pt x="2434210" y="902333"/>
                    </a:cubicBezTo>
                    <a:cubicBezTo>
                      <a:pt x="2207009" y="909195"/>
                      <a:pt x="2034351" y="903472"/>
                      <a:pt x="1897650" y="902333"/>
                    </a:cubicBezTo>
                    <a:cubicBezTo>
                      <a:pt x="1760949" y="901194"/>
                      <a:pt x="1534431" y="914151"/>
                      <a:pt x="1209753" y="902333"/>
                    </a:cubicBezTo>
                    <a:cubicBezTo>
                      <a:pt x="885075" y="890515"/>
                      <a:pt x="533785" y="907784"/>
                      <a:pt x="150392" y="902333"/>
                    </a:cubicBezTo>
                    <a:cubicBezTo>
                      <a:pt x="75464" y="910506"/>
                      <a:pt x="7040" y="816162"/>
                      <a:pt x="0" y="751941"/>
                    </a:cubicBezTo>
                    <a:cubicBezTo>
                      <a:pt x="-11928" y="493689"/>
                      <a:pt x="7482" y="356650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-8016" y="67616"/>
                      <a:pt x="77364" y="-4911"/>
                      <a:pt x="150392" y="0"/>
                    </a:cubicBezTo>
                    <a:cubicBezTo>
                      <a:pt x="493634" y="-24254"/>
                      <a:pt x="763493" y="-7848"/>
                      <a:pt x="989626" y="0"/>
                    </a:cubicBezTo>
                    <a:cubicBezTo>
                      <a:pt x="1215759" y="7848"/>
                      <a:pt x="1529618" y="24568"/>
                      <a:pt x="1828860" y="0"/>
                    </a:cubicBezTo>
                    <a:cubicBezTo>
                      <a:pt x="2128102" y="-24568"/>
                      <a:pt x="2106739" y="9112"/>
                      <a:pt x="2289751" y="0"/>
                    </a:cubicBezTo>
                    <a:cubicBezTo>
                      <a:pt x="2472763" y="-9112"/>
                      <a:pt x="2579053" y="-17550"/>
                      <a:pt x="2750642" y="0"/>
                    </a:cubicBezTo>
                    <a:cubicBezTo>
                      <a:pt x="2922231" y="17550"/>
                      <a:pt x="3204666" y="31059"/>
                      <a:pt x="3589877" y="0"/>
                    </a:cubicBezTo>
                    <a:cubicBezTo>
                      <a:pt x="3975089" y="-31059"/>
                      <a:pt x="4081498" y="19539"/>
                      <a:pt x="4429111" y="0"/>
                    </a:cubicBezTo>
                    <a:cubicBezTo>
                      <a:pt x="4776724" y="-19539"/>
                      <a:pt x="4822601" y="-35375"/>
                      <a:pt x="5192676" y="0"/>
                    </a:cubicBezTo>
                    <a:cubicBezTo>
                      <a:pt x="5562751" y="35375"/>
                      <a:pt x="5732828" y="-24528"/>
                      <a:pt x="5880573" y="0"/>
                    </a:cubicBezTo>
                    <a:cubicBezTo>
                      <a:pt x="6028318" y="24528"/>
                      <a:pt x="6174967" y="-13909"/>
                      <a:pt x="6417133" y="0"/>
                    </a:cubicBezTo>
                    <a:cubicBezTo>
                      <a:pt x="6659299" y="13909"/>
                      <a:pt x="7144591" y="2826"/>
                      <a:pt x="7717258" y="0"/>
                    </a:cubicBezTo>
                    <a:cubicBezTo>
                      <a:pt x="7815599" y="-8430"/>
                      <a:pt x="7871281" y="68830"/>
                      <a:pt x="7867650" y="150392"/>
                    </a:cubicBezTo>
                    <a:cubicBezTo>
                      <a:pt x="7892475" y="336046"/>
                      <a:pt x="7852118" y="470355"/>
                      <a:pt x="7867650" y="751941"/>
                    </a:cubicBezTo>
                    <a:cubicBezTo>
                      <a:pt x="7868877" y="842502"/>
                      <a:pt x="7802802" y="900156"/>
                      <a:pt x="7717258" y="902333"/>
                    </a:cubicBezTo>
                    <a:cubicBezTo>
                      <a:pt x="7616855" y="901146"/>
                      <a:pt x="7390713" y="918646"/>
                      <a:pt x="7256367" y="902333"/>
                    </a:cubicBezTo>
                    <a:cubicBezTo>
                      <a:pt x="7122021" y="886020"/>
                      <a:pt x="6948468" y="879988"/>
                      <a:pt x="6795476" y="902333"/>
                    </a:cubicBezTo>
                    <a:cubicBezTo>
                      <a:pt x="6642484" y="924678"/>
                      <a:pt x="6362473" y="895722"/>
                      <a:pt x="6107579" y="902333"/>
                    </a:cubicBezTo>
                    <a:cubicBezTo>
                      <a:pt x="5852685" y="908944"/>
                      <a:pt x="5472876" y="866463"/>
                      <a:pt x="5268345" y="902333"/>
                    </a:cubicBezTo>
                    <a:cubicBezTo>
                      <a:pt x="5063814" y="938203"/>
                      <a:pt x="4974083" y="902337"/>
                      <a:pt x="4731785" y="902333"/>
                    </a:cubicBezTo>
                    <a:cubicBezTo>
                      <a:pt x="4489487" y="902329"/>
                      <a:pt x="4266897" y="897011"/>
                      <a:pt x="4119557" y="902333"/>
                    </a:cubicBezTo>
                    <a:cubicBezTo>
                      <a:pt x="3972217" y="907655"/>
                      <a:pt x="3723975" y="893359"/>
                      <a:pt x="3355992" y="902333"/>
                    </a:cubicBezTo>
                    <a:cubicBezTo>
                      <a:pt x="2988010" y="911307"/>
                      <a:pt x="3073776" y="921606"/>
                      <a:pt x="2819432" y="902333"/>
                    </a:cubicBezTo>
                    <a:cubicBezTo>
                      <a:pt x="2565088" y="883060"/>
                      <a:pt x="2404642" y="900148"/>
                      <a:pt x="2207204" y="902333"/>
                    </a:cubicBezTo>
                    <a:cubicBezTo>
                      <a:pt x="2009766" y="904518"/>
                      <a:pt x="1709609" y="910736"/>
                      <a:pt x="1519307" y="902333"/>
                    </a:cubicBezTo>
                    <a:cubicBezTo>
                      <a:pt x="1329005" y="893930"/>
                      <a:pt x="647518" y="919654"/>
                      <a:pt x="150392" y="902333"/>
                    </a:cubicBezTo>
                    <a:cubicBezTo>
                      <a:pt x="64423" y="903477"/>
                      <a:pt x="8856" y="832436"/>
                      <a:pt x="0" y="751941"/>
                    </a:cubicBezTo>
                    <a:cubicBezTo>
                      <a:pt x="6637" y="571904"/>
                      <a:pt x="-16181" y="358737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2697" y="37981"/>
                      <a:pt x="28687" y="4421"/>
                      <a:pt x="79456" y="0"/>
                    </a:cubicBezTo>
                    <a:cubicBezTo>
                      <a:pt x="427122" y="30781"/>
                      <a:pt x="561969" y="-35444"/>
                      <a:pt x="904890" y="0"/>
                    </a:cubicBezTo>
                    <a:cubicBezTo>
                      <a:pt x="1247811" y="35444"/>
                      <a:pt x="1229558" y="14402"/>
                      <a:pt x="1455179" y="0"/>
                    </a:cubicBezTo>
                    <a:cubicBezTo>
                      <a:pt x="1680800" y="-14402"/>
                      <a:pt x="1841190" y="27169"/>
                      <a:pt x="2143041" y="0"/>
                    </a:cubicBezTo>
                    <a:cubicBezTo>
                      <a:pt x="2444892" y="-27169"/>
                      <a:pt x="2748399" y="26974"/>
                      <a:pt x="2968475" y="0"/>
                    </a:cubicBezTo>
                    <a:cubicBezTo>
                      <a:pt x="3188551" y="-26974"/>
                      <a:pt x="3436200" y="21723"/>
                      <a:pt x="3587550" y="0"/>
                    </a:cubicBezTo>
                    <a:cubicBezTo>
                      <a:pt x="3738901" y="-21723"/>
                      <a:pt x="4039104" y="-13292"/>
                      <a:pt x="4275412" y="0"/>
                    </a:cubicBezTo>
                    <a:cubicBezTo>
                      <a:pt x="4511720" y="13292"/>
                      <a:pt x="4655210" y="-27181"/>
                      <a:pt x="4963273" y="0"/>
                    </a:cubicBezTo>
                    <a:cubicBezTo>
                      <a:pt x="5271336" y="27181"/>
                      <a:pt x="5309382" y="-22055"/>
                      <a:pt x="5444776" y="0"/>
                    </a:cubicBezTo>
                    <a:cubicBezTo>
                      <a:pt x="5580170" y="22055"/>
                      <a:pt x="5933168" y="13737"/>
                      <a:pt x="6132638" y="0"/>
                    </a:cubicBezTo>
                    <a:cubicBezTo>
                      <a:pt x="6332108" y="-13737"/>
                      <a:pt x="6678221" y="-15042"/>
                      <a:pt x="6958072" y="0"/>
                    </a:cubicBezTo>
                    <a:cubicBezTo>
                      <a:pt x="7002707" y="3852"/>
                      <a:pt x="7045652" y="37828"/>
                      <a:pt x="7037528" y="79456"/>
                    </a:cubicBezTo>
                    <a:cubicBezTo>
                      <a:pt x="7025415" y="224289"/>
                      <a:pt x="7049110" y="286852"/>
                      <a:pt x="7037528" y="397270"/>
                    </a:cubicBezTo>
                    <a:cubicBezTo>
                      <a:pt x="7037375" y="449880"/>
                      <a:pt x="7003316" y="477877"/>
                      <a:pt x="6958072" y="476726"/>
                    </a:cubicBezTo>
                    <a:cubicBezTo>
                      <a:pt x="6625987" y="469620"/>
                      <a:pt x="6431523" y="482090"/>
                      <a:pt x="6132638" y="476726"/>
                    </a:cubicBezTo>
                    <a:cubicBezTo>
                      <a:pt x="5833753" y="471362"/>
                      <a:pt x="5753335" y="485530"/>
                      <a:pt x="5651135" y="476726"/>
                    </a:cubicBezTo>
                    <a:cubicBezTo>
                      <a:pt x="5548935" y="467922"/>
                      <a:pt x="5357298" y="491601"/>
                      <a:pt x="5100846" y="476726"/>
                    </a:cubicBezTo>
                    <a:cubicBezTo>
                      <a:pt x="4844394" y="461851"/>
                      <a:pt x="4573992" y="482714"/>
                      <a:pt x="4344198" y="476726"/>
                    </a:cubicBezTo>
                    <a:cubicBezTo>
                      <a:pt x="4114404" y="470738"/>
                      <a:pt x="4027631" y="484964"/>
                      <a:pt x="3862695" y="476726"/>
                    </a:cubicBezTo>
                    <a:cubicBezTo>
                      <a:pt x="3697759" y="468488"/>
                      <a:pt x="3560288" y="481608"/>
                      <a:pt x="3312406" y="476726"/>
                    </a:cubicBezTo>
                    <a:cubicBezTo>
                      <a:pt x="3064524" y="471844"/>
                      <a:pt x="2818332" y="463433"/>
                      <a:pt x="2624544" y="476726"/>
                    </a:cubicBezTo>
                    <a:cubicBezTo>
                      <a:pt x="2430756" y="490019"/>
                      <a:pt x="2232599" y="478302"/>
                      <a:pt x="2005468" y="476726"/>
                    </a:cubicBezTo>
                    <a:cubicBezTo>
                      <a:pt x="1778337" y="475150"/>
                      <a:pt x="1584652" y="452199"/>
                      <a:pt x="1386393" y="476726"/>
                    </a:cubicBezTo>
                    <a:cubicBezTo>
                      <a:pt x="1188134" y="501253"/>
                      <a:pt x="897587" y="473238"/>
                      <a:pt x="767318" y="476726"/>
                    </a:cubicBezTo>
                    <a:cubicBezTo>
                      <a:pt x="637050" y="480214"/>
                      <a:pt x="247393" y="491580"/>
                      <a:pt x="79456" y="476726"/>
                    </a:cubicBezTo>
                    <a:cubicBezTo>
                      <a:pt x="31931" y="475594"/>
                      <a:pt x="6545" y="438847"/>
                      <a:pt x="0" y="397270"/>
                    </a:cubicBezTo>
                    <a:cubicBezTo>
                      <a:pt x="-7378" y="328223"/>
                      <a:pt x="-9299" y="176324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5306" y="32434"/>
                      <a:pt x="37246" y="-1677"/>
                      <a:pt x="79456" y="0"/>
                    </a:cubicBezTo>
                    <a:cubicBezTo>
                      <a:pt x="315291" y="12625"/>
                      <a:pt x="507271" y="370"/>
                      <a:pt x="698531" y="0"/>
                    </a:cubicBezTo>
                    <a:cubicBezTo>
                      <a:pt x="889791" y="-370"/>
                      <a:pt x="1194775" y="5922"/>
                      <a:pt x="1455179" y="0"/>
                    </a:cubicBezTo>
                    <a:cubicBezTo>
                      <a:pt x="1715583" y="-5922"/>
                      <a:pt x="1802076" y="7057"/>
                      <a:pt x="2074255" y="0"/>
                    </a:cubicBezTo>
                    <a:cubicBezTo>
                      <a:pt x="2346434" y="-7057"/>
                      <a:pt x="2421356" y="-20742"/>
                      <a:pt x="2693330" y="0"/>
                    </a:cubicBezTo>
                    <a:cubicBezTo>
                      <a:pt x="2965305" y="20742"/>
                      <a:pt x="3170241" y="11680"/>
                      <a:pt x="3312406" y="0"/>
                    </a:cubicBezTo>
                    <a:cubicBezTo>
                      <a:pt x="3454571" y="-11680"/>
                      <a:pt x="3679460" y="-20178"/>
                      <a:pt x="3793909" y="0"/>
                    </a:cubicBezTo>
                    <a:cubicBezTo>
                      <a:pt x="3908358" y="20178"/>
                      <a:pt x="4176130" y="-16211"/>
                      <a:pt x="4412984" y="0"/>
                    </a:cubicBezTo>
                    <a:cubicBezTo>
                      <a:pt x="4649839" y="16211"/>
                      <a:pt x="4846628" y="-12037"/>
                      <a:pt x="5100846" y="0"/>
                    </a:cubicBezTo>
                    <a:cubicBezTo>
                      <a:pt x="5355064" y="12037"/>
                      <a:pt x="5601506" y="16026"/>
                      <a:pt x="5857493" y="0"/>
                    </a:cubicBezTo>
                    <a:cubicBezTo>
                      <a:pt x="6113480" y="-16026"/>
                      <a:pt x="6409440" y="-13784"/>
                      <a:pt x="6958072" y="0"/>
                    </a:cubicBezTo>
                    <a:cubicBezTo>
                      <a:pt x="7005789" y="1556"/>
                      <a:pt x="7035986" y="38767"/>
                      <a:pt x="7037528" y="79456"/>
                    </a:cubicBezTo>
                    <a:cubicBezTo>
                      <a:pt x="7045676" y="163520"/>
                      <a:pt x="7036642" y="289671"/>
                      <a:pt x="7037528" y="397270"/>
                    </a:cubicBezTo>
                    <a:cubicBezTo>
                      <a:pt x="7040179" y="432437"/>
                      <a:pt x="7000753" y="475011"/>
                      <a:pt x="6958072" y="476726"/>
                    </a:cubicBezTo>
                    <a:cubicBezTo>
                      <a:pt x="6545587" y="441185"/>
                      <a:pt x="6356592" y="479090"/>
                      <a:pt x="6132638" y="476726"/>
                    </a:cubicBezTo>
                    <a:cubicBezTo>
                      <a:pt x="5908684" y="474362"/>
                      <a:pt x="5764714" y="471783"/>
                      <a:pt x="5582349" y="476726"/>
                    </a:cubicBezTo>
                    <a:cubicBezTo>
                      <a:pt x="5399984" y="481669"/>
                      <a:pt x="5131112" y="450257"/>
                      <a:pt x="4894487" y="476726"/>
                    </a:cubicBezTo>
                    <a:cubicBezTo>
                      <a:pt x="4657862" y="503195"/>
                      <a:pt x="4350492" y="472787"/>
                      <a:pt x="4206626" y="476726"/>
                    </a:cubicBezTo>
                    <a:cubicBezTo>
                      <a:pt x="4062760" y="480665"/>
                      <a:pt x="3876564" y="490447"/>
                      <a:pt x="3725122" y="476726"/>
                    </a:cubicBezTo>
                    <a:cubicBezTo>
                      <a:pt x="3573680" y="463005"/>
                      <a:pt x="3376908" y="457649"/>
                      <a:pt x="3174833" y="476726"/>
                    </a:cubicBezTo>
                    <a:cubicBezTo>
                      <a:pt x="2972758" y="495803"/>
                      <a:pt x="2857259" y="457799"/>
                      <a:pt x="2693330" y="476726"/>
                    </a:cubicBezTo>
                    <a:cubicBezTo>
                      <a:pt x="2529401" y="495653"/>
                      <a:pt x="2222762" y="504211"/>
                      <a:pt x="2074255" y="476726"/>
                    </a:cubicBezTo>
                    <a:cubicBezTo>
                      <a:pt x="1925749" y="449241"/>
                      <a:pt x="1454696" y="471361"/>
                      <a:pt x="1248821" y="476726"/>
                    </a:cubicBezTo>
                    <a:cubicBezTo>
                      <a:pt x="1042946" y="482091"/>
                      <a:pt x="482157" y="500551"/>
                      <a:pt x="79456" y="476726"/>
                    </a:cubicBezTo>
                    <a:cubicBezTo>
                      <a:pt x="24883" y="478535"/>
                      <a:pt x="2570" y="442780"/>
                      <a:pt x="0" y="397270"/>
                    </a:cubicBezTo>
                    <a:cubicBezTo>
                      <a:pt x="5536" y="318085"/>
                      <a:pt x="13581" y="206232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List of Ideal emotions we experienced </a:t>
                </a:r>
                <a:endParaRPr/>
              </a:p>
            </p:txBody>
          </p:sp>
        </p:grpSp>
        <p:grpSp>
          <p:nvGrpSpPr>
            <p:cNvPr id="114" name="Google Shape;114;p3"/>
            <p:cNvGrpSpPr/>
            <p:nvPr/>
          </p:nvGrpSpPr>
          <p:grpSpPr>
            <a:xfrm>
              <a:off x="8844915" y="5420838"/>
              <a:ext cx="7867650" cy="902333"/>
              <a:chOff x="1114425" y="3390900"/>
              <a:chExt cx="7867650" cy="902333"/>
            </a:xfrm>
          </p:grpSpPr>
          <p:sp>
            <p:nvSpPr>
              <p:cNvPr id="115" name="Google Shape;115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-17294" y="67123"/>
                      <a:pt x="71916" y="-3817"/>
                      <a:pt x="150392" y="0"/>
                    </a:cubicBezTo>
                    <a:cubicBezTo>
                      <a:pt x="402098" y="-3197"/>
                      <a:pt x="586997" y="14638"/>
                      <a:pt x="762620" y="0"/>
                    </a:cubicBezTo>
                    <a:cubicBezTo>
                      <a:pt x="938243" y="-14638"/>
                      <a:pt x="1178342" y="-25655"/>
                      <a:pt x="1526186" y="0"/>
                    </a:cubicBezTo>
                    <a:cubicBezTo>
                      <a:pt x="1874030" y="25655"/>
                      <a:pt x="2010837" y="19289"/>
                      <a:pt x="2289751" y="0"/>
                    </a:cubicBezTo>
                    <a:cubicBezTo>
                      <a:pt x="2568665" y="-19289"/>
                      <a:pt x="2720035" y="-16614"/>
                      <a:pt x="3053317" y="0"/>
                    </a:cubicBezTo>
                    <a:cubicBezTo>
                      <a:pt x="3386599" y="16614"/>
                      <a:pt x="3556435" y="-37836"/>
                      <a:pt x="3892551" y="0"/>
                    </a:cubicBezTo>
                    <a:cubicBezTo>
                      <a:pt x="4228667" y="37836"/>
                      <a:pt x="4222535" y="-20170"/>
                      <a:pt x="4429111" y="0"/>
                    </a:cubicBezTo>
                    <a:cubicBezTo>
                      <a:pt x="4635687" y="20170"/>
                      <a:pt x="4740478" y="7248"/>
                      <a:pt x="5041339" y="0"/>
                    </a:cubicBezTo>
                    <a:cubicBezTo>
                      <a:pt x="5342200" y="-7248"/>
                      <a:pt x="5306433" y="7995"/>
                      <a:pt x="5502230" y="0"/>
                    </a:cubicBezTo>
                    <a:cubicBezTo>
                      <a:pt x="5698027" y="-7995"/>
                      <a:pt x="5824005" y="24316"/>
                      <a:pt x="6114458" y="0"/>
                    </a:cubicBezTo>
                    <a:cubicBezTo>
                      <a:pt x="6404911" y="-24316"/>
                      <a:pt x="6401287" y="-17962"/>
                      <a:pt x="6651018" y="0"/>
                    </a:cubicBezTo>
                    <a:cubicBezTo>
                      <a:pt x="6900749" y="17962"/>
                      <a:pt x="7350546" y="19706"/>
                      <a:pt x="7717258" y="0"/>
                    </a:cubicBezTo>
                    <a:cubicBezTo>
                      <a:pt x="7794913" y="-5513"/>
                      <a:pt x="7858181" y="53995"/>
                      <a:pt x="7867650" y="150392"/>
                    </a:cubicBezTo>
                    <a:cubicBezTo>
                      <a:pt x="7868362" y="444272"/>
                      <a:pt x="7853781" y="474045"/>
                      <a:pt x="7867650" y="751941"/>
                    </a:cubicBezTo>
                    <a:cubicBezTo>
                      <a:pt x="7878174" y="827271"/>
                      <a:pt x="7796570" y="890991"/>
                      <a:pt x="7717258" y="902333"/>
                    </a:cubicBezTo>
                    <a:cubicBezTo>
                      <a:pt x="7585108" y="898843"/>
                      <a:pt x="7387466" y="913829"/>
                      <a:pt x="7256367" y="902333"/>
                    </a:cubicBezTo>
                    <a:cubicBezTo>
                      <a:pt x="7125268" y="890837"/>
                      <a:pt x="6824300" y="926530"/>
                      <a:pt x="6417133" y="902333"/>
                    </a:cubicBezTo>
                    <a:cubicBezTo>
                      <a:pt x="6009966" y="878136"/>
                      <a:pt x="5761987" y="905300"/>
                      <a:pt x="5577899" y="902333"/>
                    </a:cubicBezTo>
                    <a:cubicBezTo>
                      <a:pt x="5393811" y="899366"/>
                      <a:pt x="5249392" y="927778"/>
                      <a:pt x="4965670" y="902333"/>
                    </a:cubicBezTo>
                    <a:cubicBezTo>
                      <a:pt x="4681948" y="876888"/>
                      <a:pt x="4519829" y="880661"/>
                      <a:pt x="4126436" y="902333"/>
                    </a:cubicBezTo>
                    <a:cubicBezTo>
                      <a:pt x="3733043" y="924005"/>
                      <a:pt x="3839999" y="897685"/>
                      <a:pt x="3665545" y="902333"/>
                    </a:cubicBezTo>
                    <a:cubicBezTo>
                      <a:pt x="3491091" y="906981"/>
                      <a:pt x="3307781" y="881925"/>
                      <a:pt x="2977648" y="902333"/>
                    </a:cubicBezTo>
                    <a:cubicBezTo>
                      <a:pt x="2647515" y="922741"/>
                      <a:pt x="2657280" y="884674"/>
                      <a:pt x="2516757" y="902333"/>
                    </a:cubicBezTo>
                    <a:cubicBezTo>
                      <a:pt x="2376234" y="919992"/>
                      <a:pt x="2180605" y="908424"/>
                      <a:pt x="2055866" y="902333"/>
                    </a:cubicBezTo>
                    <a:cubicBezTo>
                      <a:pt x="1931127" y="896242"/>
                      <a:pt x="1613232" y="914314"/>
                      <a:pt x="1216632" y="902333"/>
                    </a:cubicBezTo>
                    <a:cubicBezTo>
                      <a:pt x="820032" y="890352"/>
                      <a:pt x="487266" y="953701"/>
                      <a:pt x="150392" y="902333"/>
                    </a:cubicBezTo>
                    <a:cubicBezTo>
                      <a:pt x="72311" y="902528"/>
                      <a:pt x="-2363" y="833189"/>
                      <a:pt x="0" y="751941"/>
                    </a:cubicBezTo>
                    <a:cubicBezTo>
                      <a:pt x="15512" y="565154"/>
                      <a:pt x="20477" y="382041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13928" y="63760"/>
                      <a:pt x="66165" y="-2396"/>
                      <a:pt x="150392" y="0"/>
                    </a:cubicBezTo>
                    <a:cubicBezTo>
                      <a:pt x="449425" y="13495"/>
                      <a:pt x="599378" y="-2456"/>
                      <a:pt x="762620" y="0"/>
                    </a:cubicBezTo>
                    <a:cubicBezTo>
                      <a:pt x="925862" y="2456"/>
                      <a:pt x="1068987" y="-7125"/>
                      <a:pt x="1299180" y="0"/>
                    </a:cubicBezTo>
                    <a:cubicBezTo>
                      <a:pt x="1529373" y="7125"/>
                      <a:pt x="1534374" y="-19746"/>
                      <a:pt x="1760071" y="0"/>
                    </a:cubicBezTo>
                    <a:cubicBezTo>
                      <a:pt x="1985768" y="19746"/>
                      <a:pt x="2147853" y="23618"/>
                      <a:pt x="2447968" y="0"/>
                    </a:cubicBezTo>
                    <a:cubicBezTo>
                      <a:pt x="2748083" y="-23618"/>
                      <a:pt x="2796780" y="1677"/>
                      <a:pt x="3060196" y="0"/>
                    </a:cubicBezTo>
                    <a:cubicBezTo>
                      <a:pt x="3323612" y="-1677"/>
                      <a:pt x="3402660" y="-13495"/>
                      <a:pt x="3672424" y="0"/>
                    </a:cubicBezTo>
                    <a:cubicBezTo>
                      <a:pt x="3942188" y="13495"/>
                      <a:pt x="4211893" y="4821"/>
                      <a:pt x="4511658" y="0"/>
                    </a:cubicBezTo>
                    <a:cubicBezTo>
                      <a:pt x="4811423" y="-4821"/>
                      <a:pt x="4815663" y="-21016"/>
                      <a:pt x="4972549" y="0"/>
                    </a:cubicBezTo>
                    <a:cubicBezTo>
                      <a:pt x="5129435" y="21016"/>
                      <a:pt x="5380312" y="37354"/>
                      <a:pt x="5736115" y="0"/>
                    </a:cubicBezTo>
                    <a:cubicBezTo>
                      <a:pt x="6091918" y="-37354"/>
                      <a:pt x="6090916" y="5313"/>
                      <a:pt x="6197006" y="0"/>
                    </a:cubicBezTo>
                    <a:cubicBezTo>
                      <a:pt x="6303096" y="-5313"/>
                      <a:pt x="6767129" y="40"/>
                      <a:pt x="7036240" y="0"/>
                    </a:cubicBezTo>
                    <a:cubicBezTo>
                      <a:pt x="7305351" y="-40"/>
                      <a:pt x="7463576" y="-28538"/>
                      <a:pt x="7717258" y="0"/>
                    </a:cubicBezTo>
                    <a:cubicBezTo>
                      <a:pt x="7802139" y="2777"/>
                      <a:pt x="7885255" y="71337"/>
                      <a:pt x="7867650" y="150392"/>
                    </a:cubicBezTo>
                    <a:cubicBezTo>
                      <a:pt x="7847426" y="351050"/>
                      <a:pt x="7863909" y="486943"/>
                      <a:pt x="7867650" y="751941"/>
                    </a:cubicBezTo>
                    <a:cubicBezTo>
                      <a:pt x="7863977" y="835583"/>
                      <a:pt x="7787745" y="887100"/>
                      <a:pt x="7717258" y="902333"/>
                    </a:cubicBezTo>
                    <a:cubicBezTo>
                      <a:pt x="7541830" y="921412"/>
                      <a:pt x="7186871" y="891878"/>
                      <a:pt x="6953692" y="902333"/>
                    </a:cubicBezTo>
                    <a:cubicBezTo>
                      <a:pt x="6720513" y="912788"/>
                      <a:pt x="6636383" y="925483"/>
                      <a:pt x="6417133" y="902333"/>
                    </a:cubicBezTo>
                    <a:cubicBezTo>
                      <a:pt x="6197883" y="879183"/>
                      <a:pt x="6063617" y="901292"/>
                      <a:pt x="5880573" y="902333"/>
                    </a:cubicBezTo>
                    <a:cubicBezTo>
                      <a:pt x="5697529" y="903374"/>
                      <a:pt x="5374784" y="920982"/>
                      <a:pt x="5117008" y="902333"/>
                    </a:cubicBezTo>
                    <a:cubicBezTo>
                      <a:pt x="4859232" y="883684"/>
                      <a:pt x="4706023" y="885605"/>
                      <a:pt x="4580448" y="902333"/>
                    </a:cubicBezTo>
                    <a:cubicBezTo>
                      <a:pt x="4454873" y="919061"/>
                      <a:pt x="4134082" y="913779"/>
                      <a:pt x="3968220" y="902333"/>
                    </a:cubicBezTo>
                    <a:cubicBezTo>
                      <a:pt x="3802358" y="890887"/>
                      <a:pt x="3382369" y="931762"/>
                      <a:pt x="3204654" y="902333"/>
                    </a:cubicBezTo>
                    <a:cubicBezTo>
                      <a:pt x="3026939" y="872904"/>
                      <a:pt x="2617690" y="895037"/>
                      <a:pt x="2441089" y="902333"/>
                    </a:cubicBezTo>
                    <a:cubicBezTo>
                      <a:pt x="2264489" y="909629"/>
                      <a:pt x="1816310" y="896038"/>
                      <a:pt x="1601854" y="902333"/>
                    </a:cubicBezTo>
                    <a:cubicBezTo>
                      <a:pt x="1387399" y="908628"/>
                      <a:pt x="1142646" y="904624"/>
                      <a:pt x="989626" y="902333"/>
                    </a:cubicBezTo>
                    <a:cubicBezTo>
                      <a:pt x="836606" y="900042"/>
                      <a:pt x="561486" y="881497"/>
                      <a:pt x="150392" y="902333"/>
                    </a:cubicBezTo>
                    <a:cubicBezTo>
                      <a:pt x="52590" y="890916"/>
                      <a:pt x="6820" y="827356"/>
                      <a:pt x="0" y="751941"/>
                    </a:cubicBezTo>
                    <a:cubicBezTo>
                      <a:pt x="27406" y="604588"/>
                      <a:pt x="11734" y="423386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-4425" y="39511"/>
                      <a:pt x="36346" y="4275"/>
                      <a:pt x="79456" y="0"/>
                    </a:cubicBezTo>
                    <a:cubicBezTo>
                      <a:pt x="257510" y="6230"/>
                      <a:pt x="325168" y="-23395"/>
                      <a:pt x="560959" y="0"/>
                    </a:cubicBezTo>
                    <a:cubicBezTo>
                      <a:pt x="796750" y="23395"/>
                      <a:pt x="943709" y="-30359"/>
                      <a:pt x="1317607" y="0"/>
                    </a:cubicBezTo>
                    <a:cubicBezTo>
                      <a:pt x="1691505" y="30359"/>
                      <a:pt x="1729165" y="-11080"/>
                      <a:pt x="2074255" y="0"/>
                    </a:cubicBezTo>
                    <a:cubicBezTo>
                      <a:pt x="2419345" y="11080"/>
                      <a:pt x="2560384" y="8332"/>
                      <a:pt x="2830902" y="0"/>
                    </a:cubicBezTo>
                    <a:cubicBezTo>
                      <a:pt x="3101420" y="-8332"/>
                      <a:pt x="3174594" y="18366"/>
                      <a:pt x="3312406" y="0"/>
                    </a:cubicBezTo>
                    <a:cubicBezTo>
                      <a:pt x="3450218" y="-18366"/>
                      <a:pt x="3634476" y="25801"/>
                      <a:pt x="3862695" y="0"/>
                    </a:cubicBezTo>
                    <a:cubicBezTo>
                      <a:pt x="4090914" y="-25801"/>
                      <a:pt x="4309314" y="3473"/>
                      <a:pt x="4688129" y="0"/>
                    </a:cubicBezTo>
                    <a:cubicBezTo>
                      <a:pt x="5066944" y="-3473"/>
                      <a:pt x="5046241" y="-8656"/>
                      <a:pt x="5238418" y="0"/>
                    </a:cubicBezTo>
                    <a:cubicBezTo>
                      <a:pt x="5430595" y="8656"/>
                      <a:pt x="5590242" y="-19755"/>
                      <a:pt x="5719921" y="0"/>
                    </a:cubicBezTo>
                    <a:cubicBezTo>
                      <a:pt x="5849600" y="19755"/>
                      <a:pt x="6086358" y="23078"/>
                      <a:pt x="6201424" y="0"/>
                    </a:cubicBezTo>
                    <a:cubicBezTo>
                      <a:pt x="6316490" y="-23078"/>
                      <a:pt x="6580229" y="-8436"/>
                      <a:pt x="6958072" y="0"/>
                    </a:cubicBezTo>
                    <a:cubicBezTo>
                      <a:pt x="7000098" y="8110"/>
                      <a:pt x="7032295" y="32652"/>
                      <a:pt x="7037528" y="79456"/>
                    </a:cubicBezTo>
                    <a:cubicBezTo>
                      <a:pt x="7031336" y="152808"/>
                      <a:pt x="7025451" y="299105"/>
                      <a:pt x="7037528" y="397270"/>
                    </a:cubicBezTo>
                    <a:cubicBezTo>
                      <a:pt x="7037822" y="438649"/>
                      <a:pt x="7006081" y="479271"/>
                      <a:pt x="6958072" y="476726"/>
                    </a:cubicBezTo>
                    <a:cubicBezTo>
                      <a:pt x="6752038" y="504158"/>
                      <a:pt x="6613681" y="495579"/>
                      <a:pt x="6338997" y="476726"/>
                    </a:cubicBezTo>
                    <a:cubicBezTo>
                      <a:pt x="6064314" y="457873"/>
                      <a:pt x="5826801" y="466712"/>
                      <a:pt x="5513563" y="476726"/>
                    </a:cubicBezTo>
                    <a:cubicBezTo>
                      <a:pt x="5200325" y="486740"/>
                      <a:pt x="4978620" y="472627"/>
                      <a:pt x="4825701" y="476726"/>
                    </a:cubicBezTo>
                    <a:cubicBezTo>
                      <a:pt x="4672782" y="480825"/>
                      <a:pt x="4375967" y="503597"/>
                      <a:pt x="4069053" y="476726"/>
                    </a:cubicBezTo>
                    <a:cubicBezTo>
                      <a:pt x="3762139" y="449855"/>
                      <a:pt x="3560133" y="477507"/>
                      <a:pt x="3312406" y="476726"/>
                    </a:cubicBezTo>
                    <a:cubicBezTo>
                      <a:pt x="3064679" y="475945"/>
                      <a:pt x="2727248" y="495356"/>
                      <a:pt x="2555758" y="476726"/>
                    </a:cubicBezTo>
                    <a:cubicBezTo>
                      <a:pt x="2384268" y="458096"/>
                      <a:pt x="2108641" y="452152"/>
                      <a:pt x="1867896" y="476726"/>
                    </a:cubicBezTo>
                    <a:cubicBezTo>
                      <a:pt x="1627151" y="501300"/>
                      <a:pt x="1294701" y="471569"/>
                      <a:pt x="1042462" y="476726"/>
                    </a:cubicBezTo>
                    <a:cubicBezTo>
                      <a:pt x="790223" y="481883"/>
                      <a:pt x="511184" y="512303"/>
                      <a:pt x="79456" y="476726"/>
                    </a:cubicBezTo>
                    <a:cubicBezTo>
                      <a:pt x="37316" y="480293"/>
                      <a:pt x="-7487" y="438588"/>
                      <a:pt x="0" y="397270"/>
                    </a:cubicBezTo>
                    <a:cubicBezTo>
                      <a:pt x="14704" y="259887"/>
                      <a:pt x="15525" y="237952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-9804" y="34814"/>
                      <a:pt x="32315" y="-2962"/>
                      <a:pt x="79456" y="0"/>
                    </a:cubicBezTo>
                    <a:cubicBezTo>
                      <a:pt x="214245" y="10063"/>
                      <a:pt x="408110" y="4561"/>
                      <a:pt x="560959" y="0"/>
                    </a:cubicBezTo>
                    <a:cubicBezTo>
                      <a:pt x="713808" y="-4561"/>
                      <a:pt x="1125594" y="-5610"/>
                      <a:pt x="1386393" y="0"/>
                    </a:cubicBezTo>
                    <a:cubicBezTo>
                      <a:pt x="1647192" y="5610"/>
                      <a:pt x="1829958" y="35000"/>
                      <a:pt x="2143041" y="0"/>
                    </a:cubicBezTo>
                    <a:cubicBezTo>
                      <a:pt x="2456124" y="-35000"/>
                      <a:pt x="2544828" y="-25093"/>
                      <a:pt x="2693330" y="0"/>
                    </a:cubicBezTo>
                    <a:cubicBezTo>
                      <a:pt x="2841832" y="25093"/>
                      <a:pt x="3183636" y="8870"/>
                      <a:pt x="3449978" y="0"/>
                    </a:cubicBezTo>
                    <a:cubicBezTo>
                      <a:pt x="3716320" y="-8870"/>
                      <a:pt x="3889513" y="28222"/>
                      <a:pt x="4069053" y="0"/>
                    </a:cubicBezTo>
                    <a:cubicBezTo>
                      <a:pt x="4248593" y="-28222"/>
                      <a:pt x="4613657" y="18685"/>
                      <a:pt x="4825701" y="0"/>
                    </a:cubicBezTo>
                    <a:cubicBezTo>
                      <a:pt x="5037745" y="-18685"/>
                      <a:pt x="5214606" y="7428"/>
                      <a:pt x="5375990" y="0"/>
                    </a:cubicBezTo>
                    <a:cubicBezTo>
                      <a:pt x="5537374" y="-7428"/>
                      <a:pt x="5932100" y="-27517"/>
                      <a:pt x="6132638" y="0"/>
                    </a:cubicBezTo>
                    <a:cubicBezTo>
                      <a:pt x="6333176" y="27517"/>
                      <a:pt x="6645591" y="-1907"/>
                      <a:pt x="6958072" y="0"/>
                    </a:cubicBezTo>
                    <a:cubicBezTo>
                      <a:pt x="6998235" y="998"/>
                      <a:pt x="7045296" y="41157"/>
                      <a:pt x="7037528" y="79456"/>
                    </a:cubicBezTo>
                    <a:cubicBezTo>
                      <a:pt x="7030382" y="203963"/>
                      <a:pt x="7042270" y="264352"/>
                      <a:pt x="7037528" y="397270"/>
                    </a:cubicBezTo>
                    <a:cubicBezTo>
                      <a:pt x="7045877" y="439188"/>
                      <a:pt x="7002623" y="475815"/>
                      <a:pt x="6958072" y="476726"/>
                    </a:cubicBezTo>
                    <a:cubicBezTo>
                      <a:pt x="6731972" y="497639"/>
                      <a:pt x="6640103" y="475235"/>
                      <a:pt x="6338997" y="476726"/>
                    </a:cubicBezTo>
                    <a:cubicBezTo>
                      <a:pt x="6037892" y="478217"/>
                      <a:pt x="5991153" y="454494"/>
                      <a:pt x="5857493" y="476726"/>
                    </a:cubicBezTo>
                    <a:cubicBezTo>
                      <a:pt x="5723833" y="498958"/>
                      <a:pt x="5405123" y="491949"/>
                      <a:pt x="5238418" y="476726"/>
                    </a:cubicBezTo>
                    <a:cubicBezTo>
                      <a:pt x="5071713" y="461503"/>
                      <a:pt x="4803324" y="476556"/>
                      <a:pt x="4412984" y="476726"/>
                    </a:cubicBezTo>
                    <a:cubicBezTo>
                      <a:pt x="4022644" y="476896"/>
                      <a:pt x="4057801" y="480687"/>
                      <a:pt x="3793909" y="476726"/>
                    </a:cubicBezTo>
                    <a:cubicBezTo>
                      <a:pt x="3530018" y="472765"/>
                      <a:pt x="3372591" y="480705"/>
                      <a:pt x="3243619" y="476726"/>
                    </a:cubicBezTo>
                    <a:cubicBezTo>
                      <a:pt x="3114647" y="472748"/>
                      <a:pt x="2915913" y="475596"/>
                      <a:pt x="2762116" y="476726"/>
                    </a:cubicBezTo>
                    <a:cubicBezTo>
                      <a:pt x="2608319" y="477856"/>
                      <a:pt x="2224206" y="514929"/>
                      <a:pt x="1936682" y="476726"/>
                    </a:cubicBezTo>
                    <a:cubicBezTo>
                      <a:pt x="1649158" y="438523"/>
                      <a:pt x="1557190" y="451935"/>
                      <a:pt x="1180035" y="476726"/>
                    </a:cubicBezTo>
                    <a:cubicBezTo>
                      <a:pt x="802880" y="501517"/>
                      <a:pt x="309047" y="426908"/>
                      <a:pt x="79456" y="476726"/>
                    </a:cubicBezTo>
                    <a:cubicBezTo>
                      <a:pt x="36390" y="475335"/>
                      <a:pt x="-6024" y="437182"/>
                      <a:pt x="0" y="397270"/>
                    </a:cubicBezTo>
                    <a:cubicBezTo>
                      <a:pt x="914" y="308345"/>
                      <a:pt x="-5848" y="215239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 open to new connections</a:t>
                </a:r>
                <a:endParaRPr/>
              </a:p>
            </p:txBody>
          </p:sp>
        </p:grpSp>
        <p:grpSp>
          <p:nvGrpSpPr>
            <p:cNvPr id="117" name="Google Shape;117;p3"/>
            <p:cNvGrpSpPr/>
            <p:nvPr/>
          </p:nvGrpSpPr>
          <p:grpSpPr>
            <a:xfrm>
              <a:off x="2286000" y="9030715"/>
              <a:ext cx="7867650" cy="902333"/>
              <a:chOff x="1114425" y="3390900"/>
              <a:chExt cx="7867650" cy="902333"/>
            </a:xfrm>
          </p:grpSpPr>
          <p:sp>
            <p:nvSpPr>
              <p:cNvPr id="118" name="Google Shape;118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6504" y="81521"/>
                      <a:pt x="75057" y="9922"/>
                      <a:pt x="150392" y="0"/>
                    </a:cubicBezTo>
                    <a:cubicBezTo>
                      <a:pt x="345781" y="-27956"/>
                      <a:pt x="606017" y="-19675"/>
                      <a:pt x="989626" y="0"/>
                    </a:cubicBezTo>
                    <a:cubicBezTo>
                      <a:pt x="1373235" y="19675"/>
                      <a:pt x="1477002" y="-28418"/>
                      <a:pt x="1601854" y="0"/>
                    </a:cubicBezTo>
                    <a:cubicBezTo>
                      <a:pt x="1726706" y="28418"/>
                      <a:pt x="2148356" y="-25105"/>
                      <a:pt x="2365420" y="0"/>
                    </a:cubicBezTo>
                    <a:cubicBezTo>
                      <a:pt x="2582484" y="25105"/>
                      <a:pt x="2753209" y="-14545"/>
                      <a:pt x="2977648" y="0"/>
                    </a:cubicBezTo>
                    <a:cubicBezTo>
                      <a:pt x="3202087" y="14545"/>
                      <a:pt x="3499419" y="-36148"/>
                      <a:pt x="3741214" y="0"/>
                    </a:cubicBezTo>
                    <a:cubicBezTo>
                      <a:pt x="3983009" y="36148"/>
                      <a:pt x="3989845" y="2853"/>
                      <a:pt x="4202105" y="0"/>
                    </a:cubicBezTo>
                    <a:cubicBezTo>
                      <a:pt x="4414365" y="-2853"/>
                      <a:pt x="4576445" y="10778"/>
                      <a:pt x="4890002" y="0"/>
                    </a:cubicBezTo>
                    <a:cubicBezTo>
                      <a:pt x="5203559" y="-10778"/>
                      <a:pt x="5287832" y="-31283"/>
                      <a:pt x="5577899" y="0"/>
                    </a:cubicBezTo>
                    <a:cubicBezTo>
                      <a:pt x="5867966" y="31283"/>
                      <a:pt x="6080109" y="-22315"/>
                      <a:pt x="6341464" y="0"/>
                    </a:cubicBezTo>
                    <a:cubicBezTo>
                      <a:pt x="6602819" y="22315"/>
                      <a:pt x="6881636" y="4255"/>
                      <a:pt x="7029361" y="0"/>
                    </a:cubicBezTo>
                    <a:cubicBezTo>
                      <a:pt x="7177086" y="-4255"/>
                      <a:pt x="7406124" y="30982"/>
                      <a:pt x="7717258" y="0"/>
                    </a:cubicBezTo>
                    <a:cubicBezTo>
                      <a:pt x="7792953" y="-7678"/>
                      <a:pt x="7864213" y="66332"/>
                      <a:pt x="7867650" y="150392"/>
                    </a:cubicBezTo>
                    <a:cubicBezTo>
                      <a:pt x="7872258" y="376599"/>
                      <a:pt x="7841342" y="501277"/>
                      <a:pt x="7867650" y="751941"/>
                    </a:cubicBezTo>
                    <a:cubicBezTo>
                      <a:pt x="7852411" y="828690"/>
                      <a:pt x="7792752" y="883558"/>
                      <a:pt x="7717258" y="902333"/>
                    </a:cubicBezTo>
                    <a:cubicBezTo>
                      <a:pt x="7533181" y="896328"/>
                      <a:pt x="7070714" y="909709"/>
                      <a:pt x="6878024" y="902333"/>
                    </a:cubicBezTo>
                    <a:cubicBezTo>
                      <a:pt x="6685334" y="894957"/>
                      <a:pt x="6570497" y="875690"/>
                      <a:pt x="6265796" y="902333"/>
                    </a:cubicBezTo>
                    <a:cubicBezTo>
                      <a:pt x="5961095" y="928976"/>
                      <a:pt x="5634029" y="932551"/>
                      <a:pt x="5426561" y="902333"/>
                    </a:cubicBezTo>
                    <a:cubicBezTo>
                      <a:pt x="5219094" y="872115"/>
                      <a:pt x="5080362" y="890736"/>
                      <a:pt x="4738664" y="902333"/>
                    </a:cubicBezTo>
                    <a:cubicBezTo>
                      <a:pt x="4396966" y="913930"/>
                      <a:pt x="4277565" y="900262"/>
                      <a:pt x="3899430" y="902333"/>
                    </a:cubicBezTo>
                    <a:cubicBezTo>
                      <a:pt x="3521295" y="904404"/>
                      <a:pt x="3238313" y="881574"/>
                      <a:pt x="3060196" y="902333"/>
                    </a:cubicBezTo>
                    <a:cubicBezTo>
                      <a:pt x="2882079" y="923092"/>
                      <a:pt x="2616969" y="921251"/>
                      <a:pt x="2447968" y="902333"/>
                    </a:cubicBezTo>
                    <a:cubicBezTo>
                      <a:pt x="2278967" y="883415"/>
                      <a:pt x="2009863" y="898226"/>
                      <a:pt x="1760071" y="902333"/>
                    </a:cubicBezTo>
                    <a:cubicBezTo>
                      <a:pt x="1510279" y="906440"/>
                      <a:pt x="1427009" y="906685"/>
                      <a:pt x="1299180" y="902333"/>
                    </a:cubicBezTo>
                    <a:cubicBezTo>
                      <a:pt x="1171351" y="897981"/>
                      <a:pt x="919798" y="884677"/>
                      <a:pt x="762620" y="902333"/>
                    </a:cubicBezTo>
                    <a:cubicBezTo>
                      <a:pt x="605442" y="919989"/>
                      <a:pt x="368812" y="871939"/>
                      <a:pt x="150392" y="902333"/>
                    </a:cubicBezTo>
                    <a:cubicBezTo>
                      <a:pt x="59066" y="899447"/>
                      <a:pt x="4654" y="826086"/>
                      <a:pt x="0" y="751941"/>
                    </a:cubicBezTo>
                    <a:cubicBezTo>
                      <a:pt x="-26602" y="575886"/>
                      <a:pt x="-19187" y="327504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-5935" y="68931"/>
                      <a:pt x="67790" y="-3546"/>
                      <a:pt x="150392" y="0"/>
                    </a:cubicBezTo>
                    <a:cubicBezTo>
                      <a:pt x="346663" y="7716"/>
                      <a:pt x="593120" y="-30732"/>
                      <a:pt x="913958" y="0"/>
                    </a:cubicBezTo>
                    <a:cubicBezTo>
                      <a:pt x="1234796" y="30732"/>
                      <a:pt x="1296320" y="6899"/>
                      <a:pt x="1601854" y="0"/>
                    </a:cubicBezTo>
                    <a:cubicBezTo>
                      <a:pt x="1907388" y="-6899"/>
                      <a:pt x="2032263" y="-8000"/>
                      <a:pt x="2365420" y="0"/>
                    </a:cubicBezTo>
                    <a:cubicBezTo>
                      <a:pt x="2698577" y="8000"/>
                      <a:pt x="2787394" y="24673"/>
                      <a:pt x="2901980" y="0"/>
                    </a:cubicBezTo>
                    <a:cubicBezTo>
                      <a:pt x="3016566" y="-24673"/>
                      <a:pt x="3558324" y="40500"/>
                      <a:pt x="3741214" y="0"/>
                    </a:cubicBezTo>
                    <a:cubicBezTo>
                      <a:pt x="3924104" y="-40500"/>
                      <a:pt x="4262949" y="-27470"/>
                      <a:pt x="4580448" y="0"/>
                    </a:cubicBezTo>
                    <a:cubicBezTo>
                      <a:pt x="4897947" y="27470"/>
                      <a:pt x="4889483" y="-11641"/>
                      <a:pt x="5041339" y="0"/>
                    </a:cubicBezTo>
                    <a:cubicBezTo>
                      <a:pt x="5193195" y="11641"/>
                      <a:pt x="5405596" y="17882"/>
                      <a:pt x="5653567" y="0"/>
                    </a:cubicBezTo>
                    <a:cubicBezTo>
                      <a:pt x="5901538" y="-17882"/>
                      <a:pt x="5924831" y="21587"/>
                      <a:pt x="6114458" y="0"/>
                    </a:cubicBezTo>
                    <a:cubicBezTo>
                      <a:pt x="6304085" y="-21587"/>
                      <a:pt x="6529038" y="17087"/>
                      <a:pt x="6802355" y="0"/>
                    </a:cubicBezTo>
                    <a:cubicBezTo>
                      <a:pt x="7075672" y="-17087"/>
                      <a:pt x="7354220" y="-35718"/>
                      <a:pt x="7717258" y="0"/>
                    </a:cubicBezTo>
                    <a:cubicBezTo>
                      <a:pt x="7794388" y="-11091"/>
                      <a:pt x="7884636" y="72986"/>
                      <a:pt x="7867650" y="150392"/>
                    </a:cubicBezTo>
                    <a:cubicBezTo>
                      <a:pt x="7888146" y="433942"/>
                      <a:pt x="7849184" y="600159"/>
                      <a:pt x="7867650" y="751941"/>
                    </a:cubicBezTo>
                    <a:cubicBezTo>
                      <a:pt x="7851502" y="823263"/>
                      <a:pt x="7797645" y="899260"/>
                      <a:pt x="7717258" y="902333"/>
                    </a:cubicBezTo>
                    <a:cubicBezTo>
                      <a:pt x="7510782" y="880638"/>
                      <a:pt x="7331293" y="891525"/>
                      <a:pt x="7180698" y="902333"/>
                    </a:cubicBezTo>
                    <a:cubicBezTo>
                      <a:pt x="7030103" y="913141"/>
                      <a:pt x="6762984" y="883085"/>
                      <a:pt x="6492802" y="902333"/>
                    </a:cubicBezTo>
                    <a:cubicBezTo>
                      <a:pt x="6222620" y="921581"/>
                      <a:pt x="5980788" y="887075"/>
                      <a:pt x="5804905" y="902333"/>
                    </a:cubicBezTo>
                    <a:cubicBezTo>
                      <a:pt x="5629022" y="917591"/>
                      <a:pt x="5432611" y="905553"/>
                      <a:pt x="5192676" y="902333"/>
                    </a:cubicBezTo>
                    <a:cubicBezTo>
                      <a:pt x="4952741" y="899113"/>
                      <a:pt x="4839626" y="925628"/>
                      <a:pt x="4504779" y="902333"/>
                    </a:cubicBezTo>
                    <a:cubicBezTo>
                      <a:pt x="4169932" y="879038"/>
                      <a:pt x="4076277" y="929693"/>
                      <a:pt x="3665545" y="902333"/>
                    </a:cubicBezTo>
                    <a:cubicBezTo>
                      <a:pt x="3254813" y="874973"/>
                      <a:pt x="3239730" y="924733"/>
                      <a:pt x="3053317" y="902333"/>
                    </a:cubicBezTo>
                    <a:cubicBezTo>
                      <a:pt x="2866904" y="879933"/>
                      <a:pt x="2525844" y="886612"/>
                      <a:pt x="2214083" y="902333"/>
                    </a:cubicBezTo>
                    <a:cubicBezTo>
                      <a:pt x="1902322" y="918054"/>
                      <a:pt x="1633732" y="933138"/>
                      <a:pt x="1374848" y="902333"/>
                    </a:cubicBezTo>
                    <a:cubicBezTo>
                      <a:pt x="1115965" y="871528"/>
                      <a:pt x="574119" y="914447"/>
                      <a:pt x="150392" y="902333"/>
                    </a:cubicBezTo>
                    <a:cubicBezTo>
                      <a:pt x="68602" y="898772"/>
                      <a:pt x="-12468" y="828666"/>
                      <a:pt x="0" y="751941"/>
                    </a:cubicBezTo>
                    <a:cubicBezTo>
                      <a:pt x="8047" y="532203"/>
                      <a:pt x="14023" y="420859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-7075" y="28287"/>
                      <a:pt x="35411" y="3041"/>
                      <a:pt x="79456" y="0"/>
                    </a:cubicBezTo>
                    <a:cubicBezTo>
                      <a:pt x="343774" y="31382"/>
                      <a:pt x="574014" y="19742"/>
                      <a:pt x="767318" y="0"/>
                    </a:cubicBezTo>
                    <a:cubicBezTo>
                      <a:pt x="960622" y="-19742"/>
                      <a:pt x="1133596" y="-14212"/>
                      <a:pt x="1386393" y="0"/>
                    </a:cubicBezTo>
                    <a:cubicBezTo>
                      <a:pt x="1639190" y="14212"/>
                      <a:pt x="1894325" y="-26343"/>
                      <a:pt x="2074255" y="0"/>
                    </a:cubicBezTo>
                    <a:cubicBezTo>
                      <a:pt x="2254185" y="26343"/>
                      <a:pt x="2425293" y="-18426"/>
                      <a:pt x="2762116" y="0"/>
                    </a:cubicBezTo>
                    <a:cubicBezTo>
                      <a:pt x="3098939" y="18426"/>
                      <a:pt x="3281286" y="31640"/>
                      <a:pt x="3587550" y="0"/>
                    </a:cubicBezTo>
                    <a:cubicBezTo>
                      <a:pt x="3893814" y="-31640"/>
                      <a:pt x="4077093" y="-21544"/>
                      <a:pt x="4275412" y="0"/>
                    </a:cubicBezTo>
                    <a:cubicBezTo>
                      <a:pt x="4473731" y="21544"/>
                      <a:pt x="4925509" y="30833"/>
                      <a:pt x="5100846" y="0"/>
                    </a:cubicBezTo>
                    <a:cubicBezTo>
                      <a:pt x="5276183" y="-30833"/>
                      <a:pt x="5421526" y="24591"/>
                      <a:pt x="5651135" y="0"/>
                    </a:cubicBezTo>
                    <a:cubicBezTo>
                      <a:pt x="5880744" y="-24591"/>
                      <a:pt x="6035712" y="4189"/>
                      <a:pt x="6132638" y="0"/>
                    </a:cubicBezTo>
                    <a:cubicBezTo>
                      <a:pt x="6229564" y="-4189"/>
                      <a:pt x="6588955" y="9672"/>
                      <a:pt x="6958072" y="0"/>
                    </a:cubicBezTo>
                    <a:cubicBezTo>
                      <a:pt x="7008632" y="-600"/>
                      <a:pt x="7037715" y="39349"/>
                      <a:pt x="7037528" y="79456"/>
                    </a:cubicBezTo>
                    <a:cubicBezTo>
                      <a:pt x="7047778" y="143585"/>
                      <a:pt x="7025291" y="320584"/>
                      <a:pt x="7037528" y="397270"/>
                    </a:cubicBezTo>
                    <a:cubicBezTo>
                      <a:pt x="7042253" y="440131"/>
                      <a:pt x="7002520" y="474254"/>
                      <a:pt x="6958072" y="476726"/>
                    </a:cubicBezTo>
                    <a:cubicBezTo>
                      <a:pt x="6675699" y="469094"/>
                      <a:pt x="6597494" y="474815"/>
                      <a:pt x="6338997" y="476726"/>
                    </a:cubicBezTo>
                    <a:cubicBezTo>
                      <a:pt x="6080500" y="478637"/>
                      <a:pt x="5752455" y="506657"/>
                      <a:pt x="5582349" y="476726"/>
                    </a:cubicBezTo>
                    <a:cubicBezTo>
                      <a:pt x="5412243" y="446795"/>
                      <a:pt x="5204115" y="485521"/>
                      <a:pt x="5032060" y="476726"/>
                    </a:cubicBezTo>
                    <a:cubicBezTo>
                      <a:pt x="4860005" y="467931"/>
                      <a:pt x="4592767" y="482700"/>
                      <a:pt x="4481770" y="476726"/>
                    </a:cubicBezTo>
                    <a:cubicBezTo>
                      <a:pt x="4370773" y="470753"/>
                      <a:pt x="4162885" y="468758"/>
                      <a:pt x="4000267" y="476726"/>
                    </a:cubicBezTo>
                    <a:cubicBezTo>
                      <a:pt x="3837649" y="484694"/>
                      <a:pt x="3714057" y="481034"/>
                      <a:pt x="3518764" y="476726"/>
                    </a:cubicBezTo>
                    <a:cubicBezTo>
                      <a:pt x="3323471" y="472418"/>
                      <a:pt x="3261064" y="455514"/>
                      <a:pt x="3037261" y="476726"/>
                    </a:cubicBezTo>
                    <a:cubicBezTo>
                      <a:pt x="2813458" y="497938"/>
                      <a:pt x="2643660" y="488031"/>
                      <a:pt x="2418185" y="476726"/>
                    </a:cubicBezTo>
                    <a:cubicBezTo>
                      <a:pt x="2192710" y="465421"/>
                      <a:pt x="1835164" y="443619"/>
                      <a:pt x="1661538" y="476726"/>
                    </a:cubicBezTo>
                    <a:cubicBezTo>
                      <a:pt x="1487912" y="509833"/>
                      <a:pt x="1153796" y="478127"/>
                      <a:pt x="836104" y="476726"/>
                    </a:cubicBezTo>
                    <a:cubicBezTo>
                      <a:pt x="518412" y="475325"/>
                      <a:pt x="344623" y="456332"/>
                      <a:pt x="79456" y="476726"/>
                    </a:cubicBezTo>
                    <a:cubicBezTo>
                      <a:pt x="40497" y="483153"/>
                      <a:pt x="1330" y="439690"/>
                      <a:pt x="0" y="397270"/>
                    </a:cubicBezTo>
                    <a:cubicBezTo>
                      <a:pt x="-13977" y="306628"/>
                      <a:pt x="-2835" y="236277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2075" y="40075"/>
                      <a:pt x="38359" y="4063"/>
                      <a:pt x="79456" y="0"/>
                    </a:cubicBezTo>
                    <a:cubicBezTo>
                      <a:pt x="354285" y="-31846"/>
                      <a:pt x="499257" y="27144"/>
                      <a:pt x="904890" y="0"/>
                    </a:cubicBezTo>
                    <a:cubicBezTo>
                      <a:pt x="1310523" y="-27144"/>
                      <a:pt x="1364444" y="15517"/>
                      <a:pt x="1592752" y="0"/>
                    </a:cubicBezTo>
                    <a:cubicBezTo>
                      <a:pt x="1821060" y="-15517"/>
                      <a:pt x="2105126" y="9457"/>
                      <a:pt x="2280613" y="0"/>
                    </a:cubicBezTo>
                    <a:cubicBezTo>
                      <a:pt x="2456100" y="-9457"/>
                      <a:pt x="2761818" y="13840"/>
                      <a:pt x="2899689" y="0"/>
                    </a:cubicBezTo>
                    <a:cubicBezTo>
                      <a:pt x="3037560" y="-13840"/>
                      <a:pt x="3257309" y="6243"/>
                      <a:pt x="3381192" y="0"/>
                    </a:cubicBezTo>
                    <a:cubicBezTo>
                      <a:pt x="3505075" y="-6243"/>
                      <a:pt x="3797373" y="-13605"/>
                      <a:pt x="3931481" y="0"/>
                    </a:cubicBezTo>
                    <a:cubicBezTo>
                      <a:pt x="4065589" y="13605"/>
                      <a:pt x="4294132" y="-11735"/>
                      <a:pt x="4412984" y="0"/>
                    </a:cubicBezTo>
                    <a:cubicBezTo>
                      <a:pt x="4531836" y="11735"/>
                      <a:pt x="4678723" y="1258"/>
                      <a:pt x="4894487" y="0"/>
                    </a:cubicBezTo>
                    <a:cubicBezTo>
                      <a:pt x="5110251" y="-1258"/>
                      <a:pt x="5235479" y="-4723"/>
                      <a:pt x="5444776" y="0"/>
                    </a:cubicBezTo>
                    <a:cubicBezTo>
                      <a:pt x="5654073" y="4723"/>
                      <a:pt x="5854704" y="-8601"/>
                      <a:pt x="6132638" y="0"/>
                    </a:cubicBezTo>
                    <a:cubicBezTo>
                      <a:pt x="6410572" y="8601"/>
                      <a:pt x="6719633" y="41088"/>
                      <a:pt x="6958072" y="0"/>
                    </a:cubicBezTo>
                    <a:cubicBezTo>
                      <a:pt x="6993442" y="708"/>
                      <a:pt x="7028408" y="40398"/>
                      <a:pt x="7037528" y="79456"/>
                    </a:cubicBezTo>
                    <a:cubicBezTo>
                      <a:pt x="7031114" y="184475"/>
                      <a:pt x="7036049" y="252714"/>
                      <a:pt x="7037528" y="397270"/>
                    </a:cubicBezTo>
                    <a:cubicBezTo>
                      <a:pt x="7040117" y="430694"/>
                      <a:pt x="7003481" y="478847"/>
                      <a:pt x="6958072" y="476726"/>
                    </a:cubicBezTo>
                    <a:cubicBezTo>
                      <a:pt x="6714596" y="507979"/>
                      <a:pt x="6395928" y="502496"/>
                      <a:pt x="6201424" y="476726"/>
                    </a:cubicBezTo>
                    <a:cubicBezTo>
                      <a:pt x="6006920" y="450956"/>
                      <a:pt x="5701100" y="481838"/>
                      <a:pt x="5444776" y="476726"/>
                    </a:cubicBezTo>
                    <a:cubicBezTo>
                      <a:pt x="5188452" y="471614"/>
                      <a:pt x="5190596" y="472398"/>
                      <a:pt x="4963273" y="476726"/>
                    </a:cubicBezTo>
                    <a:cubicBezTo>
                      <a:pt x="4735950" y="481054"/>
                      <a:pt x="4477770" y="448971"/>
                      <a:pt x="4275412" y="476726"/>
                    </a:cubicBezTo>
                    <a:cubicBezTo>
                      <a:pt x="4073054" y="504481"/>
                      <a:pt x="3855999" y="482531"/>
                      <a:pt x="3725122" y="476726"/>
                    </a:cubicBezTo>
                    <a:cubicBezTo>
                      <a:pt x="3594245" y="470922"/>
                      <a:pt x="3408195" y="466137"/>
                      <a:pt x="3174833" y="476726"/>
                    </a:cubicBezTo>
                    <a:cubicBezTo>
                      <a:pt x="2941471" y="487315"/>
                      <a:pt x="2808108" y="481461"/>
                      <a:pt x="2486972" y="476726"/>
                    </a:cubicBezTo>
                    <a:cubicBezTo>
                      <a:pt x="2165836" y="471991"/>
                      <a:pt x="2012606" y="463571"/>
                      <a:pt x="1661538" y="476726"/>
                    </a:cubicBezTo>
                    <a:cubicBezTo>
                      <a:pt x="1310470" y="489881"/>
                      <a:pt x="1236210" y="453865"/>
                      <a:pt x="836104" y="476726"/>
                    </a:cubicBezTo>
                    <a:cubicBezTo>
                      <a:pt x="435998" y="499587"/>
                      <a:pt x="344506" y="456481"/>
                      <a:pt x="79456" y="476726"/>
                    </a:cubicBezTo>
                    <a:cubicBezTo>
                      <a:pt x="26852" y="470361"/>
                      <a:pt x="-4280" y="442382"/>
                      <a:pt x="0" y="397270"/>
                    </a:cubicBezTo>
                    <a:cubicBezTo>
                      <a:pt x="-14116" y="323134"/>
                      <a:pt x="-11366" y="217874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Imagine having all the resources are provided</a:t>
                </a:r>
                <a:endParaRPr/>
              </a:p>
            </p:txBody>
          </p:sp>
        </p:grpSp>
        <p:grpSp>
          <p:nvGrpSpPr>
            <p:cNvPr id="120" name="Google Shape;120;p3"/>
            <p:cNvGrpSpPr/>
            <p:nvPr/>
          </p:nvGrpSpPr>
          <p:grpSpPr>
            <a:xfrm>
              <a:off x="1331366" y="6643708"/>
              <a:ext cx="7867650" cy="902333"/>
              <a:chOff x="1114425" y="3390900"/>
              <a:chExt cx="7867650" cy="902333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3794" y="53129"/>
                      <a:pt x="69528" y="-1764"/>
                      <a:pt x="150392" y="0"/>
                    </a:cubicBezTo>
                    <a:cubicBezTo>
                      <a:pt x="524052" y="-12693"/>
                      <a:pt x="746358" y="-10649"/>
                      <a:pt x="913958" y="0"/>
                    </a:cubicBezTo>
                    <a:cubicBezTo>
                      <a:pt x="1081558" y="10649"/>
                      <a:pt x="1145951" y="-11511"/>
                      <a:pt x="1374848" y="0"/>
                    </a:cubicBezTo>
                    <a:cubicBezTo>
                      <a:pt x="1603745" y="11511"/>
                      <a:pt x="1811447" y="10720"/>
                      <a:pt x="1987077" y="0"/>
                    </a:cubicBezTo>
                    <a:cubicBezTo>
                      <a:pt x="2162707" y="-10720"/>
                      <a:pt x="2403273" y="-13428"/>
                      <a:pt x="2523636" y="0"/>
                    </a:cubicBezTo>
                    <a:cubicBezTo>
                      <a:pt x="2643999" y="13428"/>
                      <a:pt x="3053251" y="-31647"/>
                      <a:pt x="3211533" y="0"/>
                    </a:cubicBezTo>
                    <a:cubicBezTo>
                      <a:pt x="3369815" y="31647"/>
                      <a:pt x="3695651" y="-18727"/>
                      <a:pt x="3899430" y="0"/>
                    </a:cubicBezTo>
                    <a:cubicBezTo>
                      <a:pt x="4103209" y="18727"/>
                      <a:pt x="4291328" y="6488"/>
                      <a:pt x="4435990" y="0"/>
                    </a:cubicBezTo>
                    <a:cubicBezTo>
                      <a:pt x="4580652" y="-6488"/>
                      <a:pt x="4871165" y="-5446"/>
                      <a:pt x="5199555" y="0"/>
                    </a:cubicBezTo>
                    <a:cubicBezTo>
                      <a:pt x="5527945" y="5446"/>
                      <a:pt x="5496160" y="-22620"/>
                      <a:pt x="5660446" y="0"/>
                    </a:cubicBezTo>
                    <a:cubicBezTo>
                      <a:pt x="5824732" y="22620"/>
                      <a:pt x="6003205" y="-11433"/>
                      <a:pt x="6197006" y="0"/>
                    </a:cubicBezTo>
                    <a:cubicBezTo>
                      <a:pt x="6390807" y="11433"/>
                      <a:pt x="6794977" y="-33445"/>
                      <a:pt x="6960571" y="0"/>
                    </a:cubicBezTo>
                    <a:cubicBezTo>
                      <a:pt x="7126165" y="33445"/>
                      <a:pt x="7488559" y="-2182"/>
                      <a:pt x="7717258" y="0"/>
                    </a:cubicBezTo>
                    <a:cubicBezTo>
                      <a:pt x="7785396" y="-5942"/>
                      <a:pt x="7866772" y="63056"/>
                      <a:pt x="7867650" y="150392"/>
                    </a:cubicBezTo>
                    <a:cubicBezTo>
                      <a:pt x="7862248" y="318424"/>
                      <a:pt x="7860411" y="547706"/>
                      <a:pt x="7867650" y="751941"/>
                    </a:cubicBezTo>
                    <a:cubicBezTo>
                      <a:pt x="7854309" y="840826"/>
                      <a:pt x="7797109" y="919850"/>
                      <a:pt x="7717258" y="902333"/>
                    </a:cubicBezTo>
                    <a:cubicBezTo>
                      <a:pt x="7389222" y="880472"/>
                      <a:pt x="7153959" y="885947"/>
                      <a:pt x="6878024" y="902333"/>
                    </a:cubicBezTo>
                    <a:cubicBezTo>
                      <a:pt x="6602089" y="918719"/>
                      <a:pt x="6564963" y="908005"/>
                      <a:pt x="6417133" y="902333"/>
                    </a:cubicBezTo>
                    <a:cubicBezTo>
                      <a:pt x="6269303" y="896661"/>
                      <a:pt x="5847303" y="888896"/>
                      <a:pt x="5653567" y="902333"/>
                    </a:cubicBezTo>
                    <a:cubicBezTo>
                      <a:pt x="5459831" y="915770"/>
                      <a:pt x="5355248" y="917825"/>
                      <a:pt x="5117008" y="902333"/>
                    </a:cubicBezTo>
                    <a:cubicBezTo>
                      <a:pt x="4878768" y="886841"/>
                      <a:pt x="4715793" y="910373"/>
                      <a:pt x="4353442" y="902333"/>
                    </a:cubicBezTo>
                    <a:cubicBezTo>
                      <a:pt x="3991091" y="894293"/>
                      <a:pt x="3754150" y="870297"/>
                      <a:pt x="3589877" y="902333"/>
                    </a:cubicBezTo>
                    <a:cubicBezTo>
                      <a:pt x="3425604" y="934369"/>
                      <a:pt x="3058230" y="905553"/>
                      <a:pt x="2901980" y="902333"/>
                    </a:cubicBezTo>
                    <a:cubicBezTo>
                      <a:pt x="2745730" y="899113"/>
                      <a:pt x="2296821" y="869348"/>
                      <a:pt x="2138414" y="902333"/>
                    </a:cubicBezTo>
                    <a:cubicBezTo>
                      <a:pt x="1980007" y="935318"/>
                      <a:pt x="1539335" y="921490"/>
                      <a:pt x="1299180" y="902333"/>
                    </a:cubicBezTo>
                    <a:cubicBezTo>
                      <a:pt x="1059025" y="883176"/>
                      <a:pt x="1011071" y="886527"/>
                      <a:pt x="762620" y="902333"/>
                    </a:cubicBezTo>
                    <a:cubicBezTo>
                      <a:pt x="514169" y="918139"/>
                      <a:pt x="301101" y="930894"/>
                      <a:pt x="150392" y="902333"/>
                    </a:cubicBezTo>
                    <a:cubicBezTo>
                      <a:pt x="65506" y="906139"/>
                      <a:pt x="-7307" y="825676"/>
                      <a:pt x="0" y="751941"/>
                    </a:cubicBezTo>
                    <a:cubicBezTo>
                      <a:pt x="-1778" y="479510"/>
                      <a:pt x="16223" y="329623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-10028" y="62814"/>
                      <a:pt x="72409" y="6087"/>
                      <a:pt x="150392" y="0"/>
                    </a:cubicBezTo>
                    <a:cubicBezTo>
                      <a:pt x="405355" y="-32263"/>
                      <a:pt x="540200" y="-13336"/>
                      <a:pt x="913958" y="0"/>
                    </a:cubicBezTo>
                    <a:cubicBezTo>
                      <a:pt x="1287716" y="13336"/>
                      <a:pt x="1466878" y="-9123"/>
                      <a:pt x="1753192" y="0"/>
                    </a:cubicBezTo>
                    <a:cubicBezTo>
                      <a:pt x="2039506" y="9123"/>
                      <a:pt x="2110382" y="3651"/>
                      <a:pt x="2365420" y="0"/>
                    </a:cubicBezTo>
                    <a:cubicBezTo>
                      <a:pt x="2620458" y="-3651"/>
                      <a:pt x="2744331" y="22789"/>
                      <a:pt x="2977648" y="0"/>
                    </a:cubicBezTo>
                    <a:cubicBezTo>
                      <a:pt x="3210965" y="-22789"/>
                      <a:pt x="3290969" y="-8095"/>
                      <a:pt x="3514208" y="0"/>
                    </a:cubicBezTo>
                    <a:cubicBezTo>
                      <a:pt x="3737447" y="8095"/>
                      <a:pt x="3822246" y="6202"/>
                      <a:pt x="4050767" y="0"/>
                    </a:cubicBezTo>
                    <a:cubicBezTo>
                      <a:pt x="4279288" y="-6202"/>
                      <a:pt x="4510956" y="41507"/>
                      <a:pt x="4890002" y="0"/>
                    </a:cubicBezTo>
                    <a:cubicBezTo>
                      <a:pt x="5269048" y="-41507"/>
                      <a:pt x="5395495" y="14855"/>
                      <a:pt x="5653567" y="0"/>
                    </a:cubicBezTo>
                    <a:cubicBezTo>
                      <a:pt x="5911639" y="-14855"/>
                      <a:pt x="5998383" y="1664"/>
                      <a:pt x="6114458" y="0"/>
                    </a:cubicBezTo>
                    <a:cubicBezTo>
                      <a:pt x="6230533" y="-1664"/>
                      <a:pt x="6481684" y="-22219"/>
                      <a:pt x="6802355" y="0"/>
                    </a:cubicBezTo>
                    <a:cubicBezTo>
                      <a:pt x="7123026" y="22219"/>
                      <a:pt x="7408806" y="21384"/>
                      <a:pt x="7717258" y="0"/>
                    </a:cubicBezTo>
                    <a:cubicBezTo>
                      <a:pt x="7813172" y="6834"/>
                      <a:pt x="7865241" y="57629"/>
                      <a:pt x="7867650" y="150392"/>
                    </a:cubicBezTo>
                    <a:cubicBezTo>
                      <a:pt x="7852791" y="339873"/>
                      <a:pt x="7873590" y="524345"/>
                      <a:pt x="7867650" y="751941"/>
                    </a:cubicBezTo>
                    <a:cubicBezTo>
                      <a:pt x="7869814" y="833457"/>
                      <a:pt x="7796445" y="899998"/>
                      <a:pt x="7717258" y="902333"/>
                    </a:cubicBezTo>
                    <a:cubicBezTo>
                      <a:pt x="7483964" y="892870"/>
                      <a:pt x="7333714" y="890453"/>
                      <a:pt x="7105030" y="902333"/>
                    </a:cubicBezTo>
                    <a:cubicBezTo>
                      <a:pt x="6876346" y="914213"/>
                      <a:pt x="6643227" y="927523"/>
                      <a:pt x="6417133" y="902333"/>
                    </a:cubicBezTo>
                    <a:cubicBezTo>
                      <a:pt x="6191039" y="877143"/>
                      <a:pt x="5947003" y="905101"/>
                      <a:pt x="5804905" y="902333"/>
                    </a:cubicBezTo>
                    <a:cubicBezTo>
                      <a:pt x="5662807" y="899565"/>
                      <a:pt x="5408339" y="886896"/>
                      <a:pt x="5192676" y="902333"/>
                    </a:cubicBezTo>
                    <a:cubicBezTo>
                      <a:pt x="4977013" y="917770"/>
                      <a:pt x="4754320" y="893656"/>
                      <a:pt x="4580448" y="902333"/>
                    </a:cubicBezTo>
                    <a:cubicBezTo>
                      <a:pt x="4406576" y="911010"/>
                      <a:pt x="4289793" y="906808"/>
                      <a:pt x="4043889" y="902333"/>
                    </a:cubicBezTo>
                    <a:cubicBezTo>
                      <a:pt x="3797985" y="897858"/>
                      <a:pt x="3582758" y="916033"/>
                      <a:pt x="3431660" y="902333"/>
                    </a:cubicBezTo>
                    <a:cubicBezTo>
                      <a:pt x="3280562" y="888633"/>
                      <a:pt x="3056594" y="882878"/>
                      <a:pt x="2743763" y="902333"/>
                    </a:cubicBezTo>
                    <a:cubicBezTo>
                      <a:pt x="2430932" y="921788"/>
                      <a:pt x="2295175" y="892420"/>
                      <a:pt x="2055866" y="902333"/>
                    </a:cubicBezTo>
                    <a:cubicBezTo>
                      <a:pt x="1816557" y="912246"/>
                      <a:pt x="1519318" y="921127"/>
                      <a:pt x="1292301" y="902333"/>
                    </a:cubicBezTo>
                    <a:cubicBezTo>
                      <a:pt x="1065284" y="883539"/>
                      <a:pt x="695270" y="886928"/>
                      <a:pt x="150392" y="902333"/>
                    </a:cubicBezTo>
                    <a:cubicBezTo>
                      <a:pt x="73535" y="887082"/>
                      <a:pt x="9916" y="818904"/>
                      <a:pt x="0" y="751941"/>
                    </a:cubicBezTo>
                    <a:cubicBezTo>
                      <a:pt x="-29867" y="556938"/>
                      <a:pt x="15269" y="339702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1089" y="35383"/>
                      <a:pt x="35350" y="1177"/>
                      <a:pt x="79456" y="0"/>
                    </a:cubicBezTo>
                    <a:cubicBezTo>
                      <a:pt x="351928" y="30788"/>
                      <a:pt x="549006" y="1471"/>
                      <a:pt x="767318" y="0"/>
                    </a:cubicBezTo>
                    <a:cubicBezTo>
                      <a:pt x="985630" y="-1471"/>
                      <a:pt x="1117447" y="170"/>
                      <a:pt x="1386393" y="0"/>
                    </a:cubicBezTo>
                    <a:cubicBezTo>
                      <a:pt x="1655339" y="-170"/>
                      <a:pt x="1710530" y="20779"/>
                      <a:pt x="1936682" y="0"/>
                    </a:cubicBezTo>
                    <a:cubicBezTo>
                      <a:pt x="2162834" y="-20779"/>
                      <a:pt x="2219955" y="-130"/>
                      <a:pt x="2486972" y="0"/>
                    </a:cubicBezTo>
                    <a:cubicBezTo>
                      <a:pt x="2753989" y="130"/>
                      <a:pt x="3053217" y="37946"/>
                      <a:pt x="3312406" y="0"/>
                    </a:cubicBezTo>
                    <a:cubicBezTo>
                      <a:pt x="3571595" y="-37946"/>
                      <a:pt x="3945823" y="21328"/>
                      <a:pt x="4137839" y="0"/>
                    </a:cubicBezTo>
                    <a:cubicBezTo>
                      <a:pt x="4329855" y="-21328"/>
                      <a:pt x="4524829" y="-27046"/>
                      <a:pt x="4825701" y="0"/>
                    </a:cubicBezTo>
                    <a:cubicBezTo>
                      <a:pt x="5126573" y="27046"/>
                      <a:pt x="5399262" y="-21449"/>
                      <a:pt x="5582349" y="0"/>
                    </a:cubicBezTo>
                    <a:cubicBezTo>
                      <a:pt x="5765436" y="21449"/>
                      <a:pt x="5878127" y="-4654"/>
                      <a:pt x="6132638" y="0"/>
                    </a:cubicBezTo>
                    <a:cubicBezTo>
                      <a:pt x="6387149" y="4654"/>
                      <a:pt x="6572860" y="12182"/>
                      <a:pt x="6958072" y="0"/>
                    </a:cubicBezTo>
                    <a:cubicBezTo>
                      <a:pt x="7004428" y="-3535"/>
                      <a:pt x="7039854" y="41086"/>
                      <a:pt x="7037528" y="79456"/>
                    </a:cubicBezTo>
                    <a:cubicBezTo>
                      <a:pt x="7028116" y="235912"/>
                      <a:pt x="7041564" y="323028"/>
                      <a:pt x="7037528" y="397270"/>
                    </a:cubicBezTo>
                    <a:cubicBezTo>
                      <a:pt x="7035606" y="440880"/>
                      <a:pt x="6994994" y="481717"/>
                      <a:pt x="6958072" y="476726"/>
                    </a:cubicBezTo>
                    <a:cubicBezTo>
                      <a:pt x="6694756" y="451814"/>
                      <a:pt x="6559577" y="505394"/>
                      <a:pt x="6270210" y="476726"/>
                    </a:cubicBezTo>
                    <a:cubicBezTo>
                      <a:pt x="5980843" y="448058"/>
                      <a:pt x="5919312" y="498474"/>
                      <a:pt x="5788707" y="476726"/>
                    </a:cubicBezTo>
                    <a:cubicBezTo>
                      <a:pt x="5658102" y="454978"/>
                      <a:pt x="5294669" y="489565"/>
                      <a:pt x="5032060" y="476726"/>
                    </a:cubicBezTo>
                    <a:cubicBezTo>
                      <a:pt x="4769451" y="463887"/>
                      <a:pt x="4557785" y="506899"/>
                      <a:pt x="4275412" y="476726"/>
                    </a:cubicBezTo>
                    <a:cubicBezTo>
                      <a:pt x="3993039" y="446553"/>
                      <a:pt x="3790076" y="466349"/>
                      <a:pt x="3449978" y="476726"/>
                    </a:cubicBezTo>
                    <a:cubicBezTo>
                      <a:pt x="3109880" y="487103"/>
                      <a:pt x="3067767" y="454832"/>
                      <a:pt x="2762116" y="476726"/>
                    </a:cubicBezTo>
                    <a:cubicBezTo>
                      <a:pt x="2456465" y="498620"/>
                      <a:pt x="2324300" y="452390"/>
                      <a:pt x="2143041" y="476726"/>
                    </a:cubicBezTo>
                    <a:cubicBezTo>
                      <a:pt x="1961782" y="501062"/>
                      <a:pt x="1642446" y="475078"/>
                      <a:pt x="1455179" y="476726"/>
                    </a:cubicBezTo>
                    <a:cubicBezTo>
                      <a:pt x="1267912" y="478374"/>
                      <a:pt x="955998" y="495829"/>
                      <a:pt x="698531" y="476726"/>
                    </a:cubicBezTo>
                    <a:cubicBezTo>
                      <a:pt x="441064" y="457623"/>
                      <a:pt x="209227" y="487027"/>
                      <a:pt x="79456" y="476726"/>
                    </a:cubicBezTo>
                    <a:cubicBezTo>
                      <a:pt x="29234" y="480811"/>
                      <a:pt x="1725" y="441263"/>
                      <a:pt x="0" y="397270"/>
                    </a:cubicBezTo>
                    <a:cubicBezTo>
                      <a:pt x="-6804" y="246109"/>
                      <a:pt x="7437" y="204190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-1772" y="43719"/>
                      <a:pt x="36360" y="1780"/>
                      <a:pt x="79456" y="0"/>
                    </a:cubicBezTo>
                    <a:cubicBezTo>
                      <a:pt x="436025" y="-11222"/>
                      <a:pt x="458047" y="-25359"/>
                      <a:pt x="836104" y="0"/>
                    </a:cubicBezTo>
                    <a:cubicBezTo>
                      <a:pt x="1214161" y="25359"/>
                      <a:pt x="1336226" y="-14548"/>
                      <a:pt x="1592752" y="0"/>
                    </a:cubicBezTo>
                    <a:cubicBezTo>
                      <a:pt x="1849278" y="14548"/>
                      <a:pt x="1902759" y="-13756"/>
                      <a:pt x="2211827" y="0"/>
                    </a:cubicBezTo>
                    <a:cubicBezTo>
                      <a:pt x="2520896" y="13756"/>
                      <a:pt x="2772395" y="12810"/>
                      <a:pt x="3037261" y="0"/>
                    </a:cubicBezTo>
                    <a:cubicBezTo>
                      <a:pt x="3302127" y="-12810"/>
                      <a:pt x="3550109" y="-2771"/>
                      <a:pt x="3793909" y="0"/>
                    </a:cubicBezTo>
                    <a:cubicBezTo>
                      <a:pt x="4037709" y="2771"/>
                      <a:pt x="4352407" y="28627"/>
                      <a:pt x="4619343" y="0"/>
                    </a:cubicBezTo>
                    <a:cubicBezTo>
                      <a:pt x="4886279" y="-28627"/>
                      <a:pt x="5107902" y="-3838"/>
                      <a:pt x="5375990" y="0"/>
                    </a:cubicBezTo>
                    <a:cubicBezTo>
                      <a:pt x="5644078" y="3838"/>
                      <a:pt x="5950676" y="-29908"/>
                      <a:pt x="6132638" y="0"/>
                    </a:cubicBezTo>
                    <a:cubicBezTo>
                      <a:pt x="6314600" y="29908"/>
                      <a:pt x="6623753" y="-13470"/>
                      <a:pt x="6958072" y="0"/>
                    </a:cubicBezTo>
                    <a:cubicBezTo>
                      <a:pt x="6997481" y="77"/>
                      <a:pt x="7041000" y="42952"/>
                      <a:pt x="7037528" y="79456"/>
                    </a:cubicBezTo>
                    <a:cubicBezTo>
                      <a:pt x="7038371" y="234092"/>
                      <a:pt x="7022566" y="257776"/>
                      <a:pt x="7037528" y="397270"/>
                    </a:cubicBezTo>
                    <a:cubicBezTo>
                      <a:pt x="7036672" y="436633"/>
                      <a:pt x="6997824" y="481957"/>
                      <a:pt x="6958072" y="476726"/>
                    </a:cubicBezTo>
                    <a:cubicBezTo>
                      <a:pt x="6705079" y="500456"/>
                      <a:pt x="6586983" y="472500"/>
                      <a:pt x="6407783" y="476726"/>
                    </a:cubicBezTo>
                    <a:cubicBezTo>
                      <a:pt x="6228583" y="480952"/>
                      <a:pt x="5955386" y="473839"/>
                      <a:pt x="5719921" y="476726"/>
                    </a:cubicBezTo>
                    <a:cubicBezTo>
                      <a:pt x="5484456" y="479613"/>
                      <a:pt x="5319806" y="483718"/>
                      <a:pt x="4963273" y="476726"/>
                    </a:cubicBezTo>
                    <a:cubicBezTo>
                      <a:pt x="4606740" y="469734"/>
                      <a:pt x="4537002" y="494813"/>
                      <a:pt x="4344198" y="476726"/>
                    </a:cubicBezTo>
                    <a:cubicBezTo>
                      <a:pt x="4151394" y="458639"/>
                      <a:pt x="3792688" y="498211"/>
                      <a:pt x="3518764" y="476726"/>
                    </a:cubicBezTo>
                    <a:cubicBezTo>
                      <a:pt x="3244840" y="455241"/>
                      <a:pt x="3056978" y="447975"/>
                      <a:pt x="2899689" y="476726"/>
                    </a:cubicBezTo>
                    <a:cubicBezTo>
                      <a:pt x="2742400" y="505477"/>
                      <a:pt x="2365572" y="505957"/>
                      <a:pt x="2211827" y="476726"/>
                    </a:cubicBezTo>
                    <a:cubicBezTo>
                      <a:pt x="2058082" y="447495"/>
                      <a:pt x="1655049" y="508494"/>
                      <a:pt x="1455179" y="476726"/>
                    </a:cubicBezTo>
                    <a:cubicBezTo>
                      <a:pt x="1255309" y="444958"/>
                      <a:pt x="1100522" y="465245"/>
                      <a:pt x="973676" y="476726"/>
                    </a:cubicBezTo>
                    <a:cubicBezTo>
                      <a:pt x="846830" y="488207"/>
                      <a:pt x="375787" y="506745"/>
                      <a:pt x="79456" y="476726"/>
                    </a:cubicBezTo>
                    <a:cubicBezTo>
                      <a:pt x="33085" y="476936"/>
                      <a:pt x="1924" y="437037"/>
                      <a:pt x="0" y="397270"/>
                    </a:cubicBezTo>
                    <a:cubicBezTo>
                      <a:pt x="6" y="324132"/>
                      <a:pt x="6773" y="187613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 a News Headline/ Success</a:t>
                </a:r>
                <a:endParaRPr/>
              </a:p>
            </p:txBody>
          </p:sp>
        </p:grpSp>
        <p:grpSp>
          <p:nvGrpSpPr>
            <p:cNvPr id="123" name="Google Shape;123;p3"/>
            <p:cNvGrpSpPr/>
            <p:nvPr/>
          </p:nvGrpSpPr>
          <p:grpSpPr>
            <a:xfrm>
              <a:off x="9544435" y="7774698"/>
              <a:ext cx="7867650" cy="902333"/>
              <a:chOff x="1114425" y="3390900"/>
              <a:chExt cx="7867650" cy="902333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123" y="74163"/>
                      <a:pt x="64975" y="-8521"/>
                      <a:pt x="150392" y="0"/>
                    </a:cubicBezTo>
                    <a:cubicBezTo>
                      <a:pt x="361278" y="26519"/>
                      <a:pt x="670482" y="20209"/>
                      <a:pt x="989626" y="0"/>
                    </a:cubicBezTo>
                    <a:cubicBezTo>
                      <a:pt x="1308770" y="-20209"/>
                      <a:pt x="1485546" y="4657"/>
                      <a:pt x="1753192" y="0"/>
                    </a:cubicBezTo>
                    <a:cubicBezTo>
                      <a:pt x="2020838" y="-4657"/>
                      <a:pt x="2243673" y="-5863"/>
                      <a:pt x="2592426" y="0"/>
                    </a:cubicBezTo>
                    <a:cubicBezTo>
                      <a:pt x="2941179" y="5863"/>
                      <a:pt x="2867463" y="504"/>
                      <a:pt x="3053317" y="0"/>
                    </a:cubicBezTo>
                    <a:cubicBezTo>
                      <a:pt x="3239171" y="-504"/>
                      <a:pt x="3660881" y="-20799"/>
                      <a:pt x="3892551" y="0"/>
                    </a:cubicBezTo>
                    <a:cubicBezTo>
                      <a:pt x="4124221" y="20799"/>
                      <a:pt x="4436140" y="10396"/>
                      <a:pt x="4656117" y="0"/>
                    </a:cubicBezTo>
                    <a:cubicBezTo>
                      <a:pt x="4876094" y="-10396"/>
                      <a:pt x="5078284" y="-13074"/>
                      <a:pt x="5268345" y="0"/>
                    </a:cubicBezTo>
                    <a:cubicBezTo>
                      <a:pt x="5458406" y="13074"/>
                      <a:pt x="5580842" y="7532"/>
                      <a:pt x="5880573" y="0"/>
                    </a:cubicBezTo>
                    <a:cubicBezTo>
                      <a:pt x="6180304" y="-7532"/>
                      <a:pt x="6233734" y="2840"/>
                      <a:pt x="6492802" y="0"/>
                    </a:cubicBezTo>
                    <a:cubicBezTo>
                      <a:pt x="6751870" y="-2840"/>
                      <a:pt x="6842739" y="-3318"/>
                      <a:pt x="7029361" y="0"/>
                    </a:cubicBezTo>
                    <a:cubicBezTo>
                      <a:pt x="7215983" y="3318"/>
                      <a:pt x="7552531" y="16866"/>
                      <a:pt x="7717258" y="0"/>
                    </a:cubicBezTo>
                    <a:cubicBezTo>
                      <a:pt x="7784706" y="872"/>
                      <a:pt x="7852467" y="77809"/>
                      <a:pt x="7867650" y="150392"/>
                    </a:cubicBezTo>
                    <a:cubicBezTo>
                      <a:pt x="7857425" y="287901"/>
                      <a:pt x="7881227" y="576981"/>
                      <a:pt x="7867650" y="751941"/>
                    </a:cubicBezTo>
                    <a:cubicBezTo>
                      <a:pt x="7881467" y="833851"/>
                      <a:pt x="7799945" y="908921"/>
                      <a:pt x="7717258" y="902333"/>
                    </a:cubicBezTo>
                    <a:cubicBezTo>
                      <a:pt x="7483728" y="882666"/>
                      <a:pt x="7282847" y="914318"/>
                      <a:pt x="7029361" y="902333"/>
                    </a:cubicBezTo>
                    <a:cubicBezTo>
                      <a:pt x="6775875" y="890348"/>
                      <a:pt x="6394679" y="939657"/>
                      <a:pt x="6190127" y="902333"/>
                    </a:cubicBezTo>
                    <a:cubicBezTo>
                      <a:pt x="5985575" y="865009"/>
                      <a:pt x="5718421" y="901040"/>
                      <a:pt x="5502230" y="902333"/>
                    </a:cubicBezTo>
                    <a:cubicBezTo>
                      <a:pt x="5286039" y="903626"/>
                      <a:pt x="5115370" y="904695"/>
                      <a:pt x="4738664" y="902333"/>
                    </a:cubicBezTo>
                    <a:cubicBezTo>
                      <a:pt x="4361958" y="899971"/>
                      <a:pt x="4226009" y="939597"/>
                      <a:pt x="3899430" y="902333"/>
                    </a:cubicBezTo>
                    <a:cubicBezTo>
                      <a:pt x="3572851" y="865069"/>
                      <a:pt x="3409003" y="909597"/>
                      <a:pt x="3060196" y="902333"/>
                    </a:cubicBezTo>
                    <a:cubicBezTo>
                      <a:pt x="2711389" y="895069"/>
                      <a:pt x="2540446" y="883783"/>
                      <a:pt x="2372299" y="902333"/>
                    </a:cubicBezTo>
                    <a:cubicBezTo>
                      <a:pt x="2204152" y="920883"/>
                      <a:pt x="1883261" y="885694"/>
                      <a:pt x="1684402" y="902333"/>
                    </a:cubicBezTo>
                    <a:cubicBezTo>
                      <a:pt x="1485543" y="918972"/>
                      <a:pt x="1195550" y="926532"/>
                      <a:pt x="1072174" y="902333"/>
                    </a:cubicBezTo>
                    <a:cubicBezTo>
                      <a:pt x="948798" y="878134"/>
                      <a:pt x="599577" y="930099"/>
                      <a:pt x="150392" y="902333"/>
                    </a:cubicBezTo>
                    <a:cubicBezTo>
                      <a:pt x="66596" y="900520"/>
                      <a:pt x="-10156" y="820509"/>
                      <a:pt x="0" y="751941"/>
                    </a:cubicBezTo>
                    <a:cubicBezTo>
                      <a:pt x="-27425" y="562601"/>
                      <a:pt x="14842" y="320649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5906" y="60427"/>
                      <a:pt x="81516" y="11847"/>
                      <a:pt x="150392" y="0"/>
                    </a:cubicBezTo>
                    <a:cubicBezTo>
                      <a:pt x="344929" y="18187"/>
                      <a:pt x="578482" y="4111"/>
                      <a:pt x="838289" y="0"/>
                    </a:cubicBezTo>
                    <a:cubicBezTo>
                      <a:pt x="1098096" y="-4111"/>
                      <a:pt x="1260199" y="-2128"/>
                      <a:pt x="1374848" y="0"/>
                    </a:cubicBezTo>
                    <a:cubicBezTo>
                      <a:pt x="1489497" y="2128"/>
                      <a:pt x="1864059" y="14066"/>
                      <a:pt x="2062745" y="0"/>
                    </a:cubicBezTo>
                    <a:cubicBezTo>
                      <a:pt x="2261431" y="-14066"/>
                      <a:pt x="2532070" y="13597"/>
                      <a:pt x="2750642" y="0"/>
                    </a:cubicBezTo>
                    <a:cubicBezTo>
                      <a:pt x="2969214" y="-13597"/>
                      <a:pt x="3094611" y="-8231"/>
                      <a:pt x="3211533" y="0"/>
                    </a:cubicBezTo>
                    <a:cubicBezTo>
                      <a:pt x="3328455" y="8231"/>
                      <a:pt x="3683158" y="-9525"/>
                      <a:pt x="3975099" y="0"/>
                    </a:cubicBezTo>
                    <a:cubicBezTo>
                      <a:pt x="4267040" y="9525"/>
                      <a:pt x="4272075" y="-9424"/>
                      <a:pt x="4511658" y="0"/>
                    </a:cubicBezTo>
                    <a:cubicBezTo>
                      <a:pt x="4751241" y="9424"/>
                      <a:pt x="4998595" y="-24734"/>
                      <a:pt x="5275224" y="0"/>
                    </a:cubicBezTo>
                    <a:cubicBezTo>
                      <a:pt x="5551853" y="24734"/>
                      <a:pt x="5576210" y="23484"/>
                      <a:pt x="5811784" y="0"/>
                    </a:cubicBezTo>
                    <a:cubicBezTo>
                      <a:pt x="6047358" y="-23484"/>
                      <a:pt x="6145644" y="26075"/>
                      <a:pt x="6424012" y="0"/>
                    </a:cubicBezTo>
                    <a:cubicBezTo>
                      <a:pt x="6702380" y="-26075"/>
                      <a:pt x="6762347" y="-6546"/>
                      <a:pt x="7036240" y="0"/>
                    </a:cubicBezTo>
                    <a:cubicBezTo>
                      <a:pt x="7310133" y="6546"/>
                      <a:pt x="7495878" y="-2358"/>
                      <a:pt x="7717258" y="0"/>
                    </a:cubicBezTo>
                    <a:cubicBezTo>
                      <a:pt x="7798899" y="-1561"/>
                      <a:pt x="7867005" y="55002"/>
                      <a:pt x="7867650" y="150392"/>
                    </a:cubicBezTo>
                    <a:cubicBezTo>
                      <a:pt x="7866657" y="322842"/>
                      <a:pt x="7893502" y="537173"/>
                      <a:pt x="7867650" y="751941"/>
                    </a:cubicBezTo>
                    <a:cubicBezTo>
                      <a:pt x="7861789" y="819092"/>
                      <a:pt x="7787403" y="890874"/>
                      <a:pt x="7717258" y="902333"/>
                    </a:cubicBezTo>
                    <a:cubicBezTo>
                      <a:pt x="7376523" y="894904"/>
                      <a:pt x="7215103" y="937741"/>
                      <a:pt x="6953692" y="902333"/>
                    </a:cubicBezTo>
                    <a:cubicBezTo>
                      <a:pt x="6692281" y="866925"/>
                      <a:pt x="6295778" y="869028"/>
                      <a:pt x="6114458" y="902333"/>
                    </a:cubicBezTo>
                    <a:cubicBezTo>
                      <a:pt x="5933138" y="935638"/>
                      <a:pt x="5789571" y="918654"/>
                      <a:pt x="5653567" y="902333"/>
                    </a:cubicBezTo>
                    <a:cubicBezTo>
                      <a:pt x="5517563" y="886012"/>
                      <a:pt x="5252121" y="926533"/>
                      <a:pt x="5117008" y="902333"/>
                    </a:cubicBezTo>
                    <a:cubicBezTo>
                      <a:pt x="4981895" y="878133"/>
                      <a:pt x="4612621" y="902526"/>
                      <a:pt x="4429111" y="902333"/>
                    </a:cubicBezTo>
                    <a:cubicBezTo>
                      <a:pt x="4245601" y="902140"/>
                      <a:pt x="3919406" y="908825"/>
                      <a:pt x="3741214" y="902333"/>
                    </a:cubicBezTo>
                    <a:cubicBezTo>
                      <a:pt x="3563022" y="895841"/>
                      <a:pt x="3095086" y="890331"/>
                      <a:pt x="2901980" y="902333"/>
                    </a:cubicBezTo>
                    <a:cubicBezTo>
                      <a:pt x="2708874" y="914335"/>
                      <a:pt x="2474279" y="902815"/>
                      <a:pt x="2365420" y="902333"/>
                    </a:cubicBezTo>
                    <a:cubicBezTo>
                      <a:pt x="2256561" y="901851"/>
                      <a:pt x="2040118" y="886888"/>
                      <a:pt x="1753192" y="902333"/>
                    </a:cubicBezTo>
                    <a:cubicBezTo>
                      <a:pt x="1466266" y="917778"/>
                      <a:pt x="1445180" y="905101"/>
                      <a:pt x="1216632" y="902333"/>
                    </a:cubicBezTo>
                    <a:cubicBezTo>
                      <a:pt x="988084" y="899565"/>
                      <a:pt x="557682" y="917328"/>
                      <a:pt x="150392" y="902333"/>
                    </a:cubicBezTo>
                    <a:cubicBezTo>
                      <a:pt x="71058" y="907258"/>
                      <a:pt x="3241" y="841499"/>
                      <a:pt x="0" y="751941"/>
                    </a:cubicBezTo>
                    <a:cubicBezTo>
                      <a:pt x="-27080" y="544400"/>
                      <a:pt x="23257" y="416538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3629" y="34000"/>
                      <a:pt x="32664" y="-6813"/>
                      <a:pt x="79456" y="0"/>
                    </a:cubicBezTo>
                    <a:cubicBezTo>
                      <a:pt x="258855" y="-22655"/>
                      <a:pt x="519633" y="-1533"/>
                      <a:pt x="767318" y="0"/>
                    </a:cubicBezTo>
                    <a:cubicBezTo>
                      <a:pt x="1015003" y="1533"/>
                      <a:pt x="1297640" y="-12062"/>
                      <a:pt x="1592752" y="0"/>
                    </a:cubicBezTo>
                    <a:cubicBezTo>
                      <a:pt x="1887864" y="12062"/>
                      <a:pt x="1947584" y="20480"/>
                      <a:pt x="2211827" y="0"/>
                    </a:cubicBezTo>
                    <a:cubicBezTo>
                      <a:pt x="2476070" y="-20480"/>
                      <a:pt x="2682685" y="-2793"/>
                      <a:pt x="2830902" y="0"/>
                    </a:cubicBezTo>
                    <a:cubicBezTo>
                      <a:pt x="2979120" y="2793"/>
                      <a:pt x="3246687" y="-17956"/>
                      <a:pt x="3449978" y="0"/>
                    </a:cubicBezTo>
                    <a:cubicBezTo>
                      <a:pt x="3653269" y="17956"/>
                      <a:pt x="3838082" y="-19339"/>
                      <a:pt x="4069053" y="0"/>
                    </a:cubicBezTo>
                    <a:cubicBezTo>
                      <a:pt x="4300024" y="19339"/>
                      <a:pt x="4500958" y="-21852"/>
                      <a:pt x="4619343" y="0"/>
                    </a:cubicBezTo>
                    <a:cubicBezTo>
                      <a:pt x="4737728" y="21852"/>
                      <a:pt x="4894745" y="10287"/>
                      <a:pt x="5169632" y="0"/>
                    </a:cubicBezTo>
                    <a:cubicBezTo>
                      <a:pt x="5444519" y="-10287"/>
                      <a:pt x="5567331" y="8027"/>
                      <a:pt x="5719921" y="0"/>
                    </a:cubicBezTo>
                    <a:cubicBezTo>
                      <a:pt x="5872511" y="-8027"/>
                      <a:pt x="6506880" y="-27051"/>
                      <a:pt x="6958072" y="0"/>
                    </a:cubicBezTo>
                    <a:cubicBezTo>
                      <a:pt x="6995219" y="4420"/>
                      <a:pt x="7032033" y="37527"/>
                      <a:pt x="7037528" y="79456"/>
                    </a:cubicBezTo>
                    <a:cubicBezTo>
                      <a:pt x="7028383" y="160927"/>
                      <a:pt x="7031386" y="328107"/>
                      <a:pt x="7037528" y="397270"/>
                    </a:cubicBezTo>
                    <a:cubicBezTo>
                      <a:pt x="7038913" y="440388"/>
                      <a:pt x="7000394" y="478736"/>
                      <a:pt x="6958072" y="476726"/>
                    </a:cubicBezTo>
                    <a:cubicBezTo>
                      <a:pt x="6685051" y="457254"/>
                      <a:pt x="6515926" y="491081"/>
                      <a:pt x="6132638" y="476726"/>
                    </a:cubicBezTo>
                    <a:cubicBezTo>
                      <a:pt x="5749350" y="462371"/>
                      <a:pt x="5831796" y="472927"/>
                      <a:pt x="5582349" y="476726"/>
                    </a:cubicBezTo>
                    <a:cubicBezTo>
                      <a:pt x="5332902" y="480525"/>
                      <a:pt x="5238442" y="454078"/>
                      <a:pt x="5032060" y="476726"/>
                    </a:cubicBezTo>
                    <a:cubicBezTo>
                      <a:pt x="4825678" y="499374"/>
                      <a:pt x="4460761" y="494086"/>
                      <a:pt x="4206626" y="476726"/>
                    </a:cubicBezTo>
                    <a:cubicBezTo>
                      <a:pt x="3952491" y="459366"/>
                      <a:pt x="3584610" y="451804"/>
                      <a:pt x="3381192" y="476726"/>
                    </a:cubicBezTo>
                    <a:cubicBezTo>
                      <a:pt x="3177774" y="501648"/>
                      <a:pt x="2938058" y="466478"/>
                      <a:pt x="2624544" y="476726"/>
                    </a:cubicBezTo>
                    <a:cubicBezTo>
                      <a:pt x="2311030" y="486974"/>
                      <a:pt x="2275888" y="492301"/>
                      <a:pt x="2143041" y="476726"/>
                    </a:cubicBezTo>
                    <a:cubicBezTo>
                      <a:pt x="2010194" y="461151"/>
                      <a:pt x="1830780" y="465614"/>
                      <a:pt x="1661538" y="476726"/>
                    </a:cubicBezTo>
                    <a:cubicBezTo>
                      <a:pt x="1492296" y="487838"/>
                      <a:pt x="1243415" y="462881"/>
                      <a:pt x="973676" y="476726"/>
                    </a:cubicBezTo>
                    <a:cubicBezTo>
                      <a:pt x="703937" y="490571"/>
                      <a:pt x="522930" y="465573"/>
                      <a:pt x="79456" y="476726"/>
                    </a:cubicBezTo>
                    <a:cubicBezTo>
                      <a:pt x="35819" y="478625"/>
                      <a:pt x="-4902" y="447628"/>
                      <a:pt x="0" y="397270"/>
                    </a:cubicBezTo>
                    <a:cubicBezTo>
                      <a:pt x="-10580" y="319292"/>
                      <a:pt x="11412" y="183535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2343" y="39616"/>
                      <a:pt x="41822" y="-8098"/>
                      <a:pt x="79456" y="0"/>
                    </a:cubicBezTo>
                    <a:cubicBezTo>
                      <a:pt x="333542" y="22347"/>
                      <a:pt x="608195" y="-36299"/>
                      <a:pt x="836104" y="0"/>
                    </a:cubicBezTo>
                    <a:cubicBezTo>
                      <a:pt x="1064013" y="36299"/>
                      <a:pt x="1258816" y="13378"/>
                      <a:pt x="1592752" y="0"/>
                    </a:cubicBezTo>
                    <a:cubicBezTo>
                      <a:pt x="1926688" y="-13378"/>
                      <a:pt x="2036859" y="8154"/>
                      <a:pt x="2349399" y="0"/>
                    </a:cubicBezTo>
                    <a:cubicBezTo>
                      <a:pt x="2661939" y="-8154"/>
                      <a:pt x="2723285" y="4440"/>
                      <a:pt x="2899689" y="0"/>
                    </a:cubicBezTo>
                    <a:cubicBezTo>
                      <a:pt x="3076093" y="-4440"/>
                      <a:pt x="3221089" y="-232"/>
                      <a:pt x="3518764" y="0"/>
                    </a:cubicBezTo>
                    <a:cubicBezTo>
                      <a:pt x="3816439" y="232"/>
                      <a:pt x="3951543" y="-21925"/>
                      <a:pt x="4344198" y="0"/>
                    </a:cubicBezTo>
                    <a:cubicBezTo>
                      <a:pt x="4736853" y="21925"/>
                      <a:pt x="4891682" y="-23189"/>
                      <a:pt x="5169632" y="0"/>
                    </a:cubicBezTo>
                    <a:cubicBezTo>
                      <a:pt x="5447582" y="23189"/>
                      <a:pt x="5468868" y="-19299"/>
                      <a:pt x="5651135" y="0"/>
                    </a:cubicBezTo>
                    <a:cubicBezTo>
                      <a:pt x="5833402" y="19299"/>
                      <a:pt x="5970322" y="-11709"/>
                      <a:pt x="6270210" y="0"/>
                    </a:cubicBezTo>
                    <a:cubicBezTo>
                      <a:pt x="6570099" y="11709"/>
                      <a:pt x="6798311" y="-23092"/>
                      <a:pt x="6958072" y="0"/>
                    </a:cubicBezTo>
                    <a:cubicBezTo>
                      <a:pt x="7002638" y="739"/>
                      <a:pt x="7031037" y="40031"/>
                      <a:pt x="7037528" y="79456"/>
                    </a:cubicBezTo>
                    <a:cubicBezTo>
                      <a:pt x="7026856" y="185529"/>
                      <a:pt x="7048648" y="247262"/>
                      <a:pt x="7037528" y="397270"/>
                    </a:cubicBezTo>
                    <a:cubicBezTo>
                      <a:pt x="7029907" y="439716"/>
                      <a:pt x="6997378" y="473853"/>
                      <a:pt x="6958072" y="476726"/>
                    </a:cubicBezTo>
                    <a:cubicBezTo>
                      <a:pt x="6697028" y="487139"/>
                      <a:pt x="6601339" y="491835"/>
                      <a:pt x="6270210" y="476726"/>
                    </a:cubicBezTo>
                    <a:cubicBezTo>
                      <a:pt x="5939081" y="461617"/>
                      <a:pt x="5902129" y="453555"/>
                      <a:pt x="5788707" y="476726"/>
                    </a:cubicBezTo>
                    <a:cubicBezTo>
                      <a:pt x="5675285" y="499897"/>
                      <a:pt x="5371656" y="503070"/>
                      <a:pt x="5169632" y="476726"/>
                    </a:cubicBezTo>
                    <a:cubicBezTo>
                      <a:pt x="4967608" y="450382"/>
                      <a:pt x="4781417" y="485965"/>
                      <a:pt x="4412984" y="476726"/>
                    </a:cubicBezTo>
                    <a:cubicBezTo>
                      <a:pt x="4044551" y="467487"/>
                      <a:pt x="3910802" y="461223"/>
                      <a:pt x="3656336" y="476726"/>
                    </a:cubicBezTo>
                    <a:cubicBezTo>
                      <a:pt x="3401870" y="492229"/>
                      <a:pt x="3369039" y="480014"/>
                      <a:pt x="3174833" y="476726"/>
                    </a:cubicBezTo>
                    <a:cubicBezTo>
                      <a:pt x="2980627" y="473438"/>
                      <a:pt x="2841767" y="499285"/>
                      <a:pt x="2693330" y="476726"/>
                    </a:cubicBezTo>
                    <a:cubicBezTo>
                      <a:pt x="2544893" y="454167"/>
                      <a:pt x="2317253" y="466098"/>
                      <a:pt x="2005468" y="476726"/>
                    </a:cubicBezTo>
                    <a:cubicBezTo>
                      <a:pt x="1693683" y="487354"/>
                      <a:pt x="1708290" y="457759"/>
                      <a:pt x="1523965" y="476726"/>
                    </a:cubicBezTo>
                    <a:cubicBezTo>
                      <a:pt x="1339640" y="495693"/>
                      <a:pt x="1050245" y="456906"/>
                      <a:pt x="767318" y="476726"/>
                    </a:cubicBezTo>
                    <a:cubicBezTo>
                      <a:pt x="484391" y="496546"/>
                      <a:pt x="280533" y="476766"/>
                      <a:pt x="79456" y="476726"/>
                    </a:cubicBezTo>
                    <a:cubicBezTo>
                      <a:pt x="42300" y="472419"/>
                      <a:pt x="358" y="435605"/>
                      <a:pt x="0" y="397270"/>
                    </a:cubicBezTo>
                    <a:cubicBezTo>
                      <a:pt x="5339" y="249338"/>
                      <a:pt x="14255" y="164377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Script that possesses these Qualities </a:t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8339913" y="3595752"/>
              <a:ext cx="7867650" cy="902333"/>
              <a:chOff x="1114425" y="3390900"/>
              <a:chExt cx="7867650" cy="902333"/>
            </a:xfrm>
          </p:grpSpPr>
          <p:sp>
            <p:nvSpPr>
              <p:cNvPr id="127" name="Google Shape;127;p3"/>
              <p:cNvSpPr/>
              <p:nvPr/>
            </p:nvSpPr>
            <p:spPr>
              <a:xfrm>
                <a:off x="1114425" y="3390900"/>
                <a:ext cx="7867650" cy="902333"/>
              </a:xfrm>
              <a:custGeom>
                <a:rect b="b" l="l" r="r" t="t"/>
                <a:pathLst>
                  <a:path extrusionOk="0" fill="none" h="902333" w="7867650">
                    <a:moveTo>
                      <a:pt x="0" y="150392"/>
                    </a:moveTo>
                    <a:cubicBezTo>
                      <a:pt x="-9257" y="60339"/>
                      <a:pt x="59502" y="14394"/>
                      <a:pt x="150392" y="0"/>
                    </a:cubicBezTo>
                    <a:cubicBezTo>
                      <a:pt x="307035" y="-4560"/>
                      <a:pt x="515016" y="-3880"/>
                      <a:pt x="611283" y="0"/>
                    </a:cubicBezTo>
                    <a:cubicBezTo>
                      <a:pt x="707550" y="3880"/>
                      <a:pt x="1044192" y="5920"/>
                      <a:pt x="1374848" y="0"/>
                    </a:cubicBezTo>
                    <a:cubicBezTo>
                      <a:pt x="1705504" y="-5920"/>
                      <a:pt x="2045149" y="-14060"/>
                      <a:pt x="2214083" y="0"/>
                    </a:cubicBezTo>
                    <a:cubicBezTo>
                      <a:pt x="2383017" y="14060"/>
                      <a:pt x="2629050" y="-10938"/>
                      <a:pt x="2826311" y="0"/>
                    </a:cubicBezTo>
                    <a:cubicBezTo>
                      <a:pt x="3023572" y="10938"/>
                      <a:pt x="3306817" y="-18064"/>
                      <a:pt x="3665545" y="0"/>
                    </a:cubicBezTo>
                    <a:cubicBezTo>
                      <a:pt x="4024273" y="18064"/>
                      <a:pt x="4136054" y="-1419"/>
                      <a:pt x="4429111" y="0"/>
                    </a:cubicBezTo>
                    <a:cubicBezTo>
                      <a:pt x="4722168" y="1419"/>
                      <a:pt x="4859800" y="29284"/>
                      <a:pt x="5268345" y="0"/>
                    </a:cubicBezTo>
                    <a:cubicBezTo>
                      <a:pt x="5676890" y="-29284"/>
                      <a:pt x="5766878" y="-10221"/>
                      <a:pt x="5956242" y="0"/>
                    </a:cubicBezTo>
                    <a:cubicBezTo>
                      <a:pt x="6145606" y="10221"/>
                      <a:pt x="6405305" y="7402"/>
                      <a:pt x="6719807" y="0"/>
                    </a:cubicBezTo>
                    <a:cubicBezTo>
                      <a:pt x="7034309" y="-7402"/>
                      <a:pt x="7349541" y="-8851"/>
                      <a:pt x="7717258" y="0"/>
                    </a:cubicBezTo>
                    <a:cubicBezTo>
                      <a:pt x="7812930" y="-14615"/>
                      <a:pt x="7855478" y="83948"/>
                      <a:pt x="7867650" y="150392"/>
                    </a:cubicBezTo>
                    <a:cubicBezTo>
                      <a:pt x="7894502" y="429082"/>
                      <a:pt x="7883248" y="462447"/>
                      <a:pt x="7867650" y="751941"/>
                    </a:cubicBezTo>
                    <a:cubicBezTo>
                      <a:pt x="7870282" y="834976"/>
                      <a:pt x="7804184" y="891420"/>
                      <a:pt x="7717258" y="902333"/>
                    </a:cubicBezTo>
                    <a:cubicBezTo>
                      <a:pt x="7551496" y="915960"/>
                      <a:pt x="7362805" y="922504"/>
                      <a:pt x="7029361" y="902333"/>
                    </a:cubicBezTo>
                    <a:cubicBezTo>
                      <a:pt x="6695917" y="882162"/>
                      <a:pt x="6615131" y="928602"/>
                      <a:pt x="6417133" y="902333"/>
                    </a:cubicBezTo>
                    <a:cubicBezTo>
                      <a:pt x="6219135" y="876064"/>
                      <a:pt x="6011698" y="921463"/>
                      <a:pt x="5729236" y="902333"/>
                    </a:cubicBezTo>
                    <a:cubicBezTo>
                      <a:pt x="5446774" y="883203"/>
                      <a:pt x="5295812" y="918322"/>
                      <a:pt x="5041339" y="902333"/>
                    </a:cubicBezTo>
                    <a:cubicBezTo>
                      <a:pt x="4786866" y="886344"/>
                      <a:pt x="4751526" y="899060"/>
                      <a:pt x="4580448" y="902333"/>
                    </a:cubicBezTo>
                    <a:cubicBezTo>
                      <a:pt x="4409370" y="905606"/>
                      <a:pt x="3990557" y="923580"/>
                      <a:pt x="3741214" y="902333"/>
                    </a:cubicBezTo>
                    <a:cubicBezTo>
                      <a:pt x="3491871" y="881086"/>
                      <a:pt x="3317701" y="926752"/>
                      <a:pt x="3128986" y="902333"/>
                    </a:cubicBezTo>
                    <a:cubicBezTo>
                      <a:pt x="2940271" y="877914"/>
                      <a:pt x="2821282" y="902300"/>
                      <a:pt x="2592426" y="902333"/>
                    </a:cubicBezTo>
                    <a:cubicBezTo>
                      <a:pt x="2363570" y="902366"/>
                      <a:pt x="2107311" y="860651"/>
                      <a:pt x="1753192" y="902333"/>
                    </a:cubicBezTo>
                    <a:cubicBezTo>
                      <a:pt x="1399073" y="944015"/>
                      <a:pt x="1192778" y="942673"/>
                      <a:pt x="913958" y="902333"/>
                    </a:cubicBezTo>
                    <a:cubicBezTo>
                      <a:pt x="635138" y="861993"/>
                      <a:pt x="362890" y="909462"/>
                      <a:pt x="150392" y="902333"/>
                    </a:cubicBezTo>
                    <a:cubicBezTo>
                      <a:pt x="68265" y="893788"/>
                      <a:pt x="-9" y="831843"/>
                      <a:pt x="0" y="751941"/>
                    </a:cubicBezTo>
                    <a:cubicBezTo>
                      <a:pt x="11401" y="550586"/>
                      <a:pt x="-20760" y="442183"/>
                      <a:pt x="0" y="150392"/>
                    </a:cubicBezTo>
                    <a:close/>
                  </a:path>
                  <a:path extrusionOk="0" h="902333" w="7867650">
                    <a:moveTo>
                      <a:pt x="0" y="150392"/>
                    </a:moveTo>
                    <a:cubicBezTo>
                      <a:pt x="1861" y="69745"/>
                      <a:pt x="78952" y="-15169"/>
                      <a:pt x="150392" y="0"/>
                    </a:cubicBezTo>
                    <a:cubicBezTo>
                      <a:pt x="296888" y="-25239"/>
                      <a:pt x="672796" y="-411"/>
                      <a:pt x="838289" y="0"/>
                    </a:cubicBezTo>
                    <a:cubicBezTo>
                      <a:pt x="1003782" y="411"/>
                      <a:pt x="1290510" y="20727"/>
                      <a:pt x="1450517" y="0"/>
                    </a:cubicBezTo>
                    <a:cubicBezTo>
                      <a:pt x="1610524" y="-20727"/>
                      <a:pt x="1800393" y="-23948"/>
                      <a:pt x="2138414" y="0"/>
                    </a:cubicBezTo>
                    <a:cubicBezTo>
                      <a:pt x="2476435" y="23948"/>
                      <a:pt x="2736839" y="36602"/>
                      <a:pt x="2977648" y="0"/>
                    </a:cubicBezTo>
                    <a:cubicBezTo>
                      <a:pt x="3218457" y="-36602"/>
                      <a:pt x="3272898" y="-21800"/>
                      <a:pt x="3438539" y="0"/>
                    </a:cubicBezTo>
                    <a:cubicBezTo>
                      <a:pt x="3604180" y="21800"/>
                      <a:pt x="3880502" y="-20516"/>
                      <a:pt x="4277773" y="0"/>
                    </a:cubicBezTo>
                    <a:cubicBezTo>
                      <a:pt x="4675044" y="20516"/>
                      <a:pt x="4522797" y="7826"/>
                      <a:pt x="4738664" y="0"/>
                    </a:cubicBezTo>
                    <a:cubicBezTo>
                      <a:pt x="4954531" y="-7826"/>
                      <a:pt x="5219492" y="-3432"/>
                      <a:pt x="5426561" y="0"/>
                    </a:cubicBezTo>
                    <a:cubicBezTo>
                      <a:pt x="5633630" y="3432"/>
                      <a:pt x="5767344" y="-17107"/>
                      <a:pt x="5887452" y="0"/>
                    </a:cubicBezTo>
                    <a:cubicBezTo>
                      <a:pt x="6007560" y="17107"/>
                      <a:pt x="6364579" y="11934"/>
                      <a:pt x="6575349" y="0"/>
                    </a:cubicBezTo>
                    <a:cubicBezTo>
                      <a:pt x="6786119" y="-11934"/>
                      <a:pt x="7401464" y="-26445"/>
                      <a:pt x="7717258" y="0"/>
                    </a:cubicBezTo>
                    <a:cubicBezTo>
                      <a:pt x="7798510" y="-17266"/>
                      <a:pt x="7858382" y="61335"/>
                      <a:pt x="7867650" y="150392"/>
                    </a:cubicBezTo>
                    <a:cubicBezTo>
                      <a:pt x="7874032" y="412640"/>
                      <a:pt x="7878352" y="451374"/>
                      <a:pt x="7867650" y="751941"/>
                    </a:cubicBezTo>
                    <a:cubicBezTo>
                      <a:pt x="7883146" y="825812"/>
                      <a:pt x="7800365" y="910352"/>
                      <a:pt x="7717258" y="902333"/>
                    </a:cubicBezTo>
                    <a:cubicBezTo>
                      <a:pt x="7606123" y="898285"/>
                      <a:pt x="7383367" y="892913"/>
                      <a:pt x="7256367" y="902333"/>
                    </a:cubicBezTo>
                    <a:cubicBezTo>
                      <a:pt x="7129367" y="911753"/>
                      <a:pt x="6770575" y="879876"/>
                      <a:pt x="6644139" y="902333"/>
                    </a:cubicBezTo>
                    <a:cubicBezTo>
                      <a:pt x="6517703" y="924790"/>
                      <a:pt x="6319339" y="880438"/>
                      <a:pt x="6183248" y="902333"/>
                    </a:cubicBezTo>
                    <a:cubicBezTo>
                      <a:pt x="6047157" y="924228"/>
                      <a:pt x="5682406" y="917621"/>
                      <a:pt x="5495351" y="902333"/>
                    </a:cubicBezTo>
                    <a:cubicBezTo>
                      <a:pt x="5308296" y="887045"/>
                      <a:pt x="5139163" y="885080"/>
                      <a:pt x="5034460" y="902333"/>
                    </a:cubicBezTo>
                    <a:cubicBezTo>
                      <a:pt x="4929757" y="919586"/>
                      <a:pt x="4459520" y="885809"/>
                      <a:pt x="4195226" y="902333"/>
                    </a:cubicBezTo>
                    <a:cubicBezTo>
                      <a:pt x="3930932" y="918857"/>
                      <a:pt x="3833228" y="895695"/>
                      <a:pt x="3658666" y="902333"/>
                    </a:cubicBezTo>
                    <a:cubicBezTo>
                      <a:pt x="3484104" y="908971"/>
                      <a:pt x="3234779" y="912628"/>
                      <a:pt x="2970769" y="902333"/>
                    </a:cubicBezTo>
                    <a:cubicBezTo>
                      <a:pt x="2706759" y="892038"/>
                      <a:pt x="2520172" y="914371"/>
                      <a:pt x="2207204" y="902333"/>
                    </a:cubicBezTo>
                    <a:cubicBezTo>
                      <a:pt x="1894236" y="890295"/>
                      <a:pt x="1616801" y="861665"/>
                      <a:pt x="1367970" y="902333"/>
                    </a:cubicBezTo>
                    <a:cubicBezTo>
                      <a:pt x="1119139" y="943001"/>
                      <a:pt x="613205" y="881490"/>
                      <a:pt x="150392" y="902333"/>
                    </a:cubicBezTo>
                    <a:cubicBezTo>
                      <a:pt x="66165" y="895384"/>
                      <a:pt x="-9727" y="842094"/>
                      <a:pt x="0" y="751941"/>
                    </a:cubicBezTo>
                    <a:cubicBezTo>
                      <a:pt x="17754" y="565900"/>
                      <a:pt x="-12348" y="396283"/>
                      <a:pt x="0" y="150392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rgbClr val="4944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1559966" y="3622979"/>
                <a:ext cx="7037528" cy="476726"/>
              </a:xfrm>
              <a:custGeom>
                <a:rect b="b" l="l" r="r" t="t"/>
                <a:pathLst>
                  <a:path extrusionOk="0" fill="none" h="476726" w="7037528">
                    <a:moveTo>
                      <a:pt x="0" y="79456"/>
                    </a:moveTo>
                    <a:cubicBezTo>
                      <a:pt x="2875" y="31178"/>
                      <a:pt x="39764" y="4792"/>
                      <a:pt x="79456" y="0"/>
                    </a:cubicBezTo>
                    <a:cubicBezTo>
                      <a:pt x="268034" y="-5251"/>
                      <a:pt x="571301" y="8870"/>
                      <a:pt x="698531" y="0"/>
                    </a:cubicBezTo>
                    <a:cubicBezTo>
                      <a:pt x="825762" y="-8870"/>
                      <a:pt x="1182579" y="-18779"/>
                      <a:pt x="1523965" y="0"/>
                    </a:cubicBezTo>
                    <a:cubicBezTo>
                      <a:pt x="1865351" y="18779"/>
                      <a:pt x="1937997" y="10658"/>
                      <a:pt x="2349399" y="0"/>
                    </a:cubicBezTo>
                    <a:cubicBezTo>
                      <a:pt x="2760801" y="-10658"/>
                      <a:pt x="2665833" y="2285"/>
                      <a:pt x="2899689" y="0"/>
                    </a:cubicBezTo>
                    <a:cubicBezTo>
                      <a:pt x="3133545" y="-2285"/>
                      <a:pt x="3284763" y="-8050"/>
                      <a:pt x="3518764" y="0"/>
                    </a:cubicBezTo>
                    <a:cubicBezTo>
                      <a:pt x="3752766" y="8050"/>
                      <a:pt x="4045640" y="31856"/>
                      <a:pt x="4206626" y="0"/>
                    </a:cubicBezTo>
                    <a:cubicBezTo>
                      <a:pt x="4367612" y="-31856"/>
                      <a:pt x="4597762" y="34540"/>
                      <a:pt x="4963273" y="0"/>
                    </a:cubicBezTo>
                    <a:cubicBezTo>
                      <a:pt x="5328784" y="-34540"/>
                      <a:pt x="5435209" y="12182"/>
                      <a:pt x="5582349" y="0"/>
                    </a:cubicBezTo>
                    <a:cubicBezTo>
                      <a:pt x="5729489" y="-12182"/>
                      <a:pt x="6120263" y="32308"/>
                      <a:pt x="6270210" y="0"/>
                    </a:cubicBezTo>
                    <a:cubicBezTo>
                      <a:pt x="6420157" y="-32308"/>
                      <a:pt x="6743879" y="-2744"/>
                      <a:pt x="6958072" y="0"/>
                    </a:cubicBezTo>
                    <a:cubicBezTo>
                      <a:pt x="7002846" y="-3429"/>
                      <a:pt x="7045889" y="35976"/>
                      <a:pt x="7037528" y="79456"/>
                    </a:cubicBezTo>
                    <a:cubicBezTo>
                      <a:pt x="7038047" y="191509"/>
                      <a:pt x="7048165" y="326209"/>
                      <a:pt x="7037528" y="397270"/>
                    </a:cubicBezTo>
                    <a:cubicBezTo>
                      <a:pt x="7027414" y="444152"/>
                      <a:pt x="6993899" y="471963"/>
                      <a:pt x="6958072" y="476726"/>
                    </a:cubicBezTo>
                    <a:cubicBezTo>
                      <a:pt x="6715300" y="487499"/>
                      <a:pt x="6299788" y="515393"/>
                      <a:pt x="6132638" y="476726"/>
                    </a:cubicBezTo>
                    <a:cubicBezTo>
                      <a:pt x="5965488" y="438059"/>
                      <a:pt x="5683217" y="479019"/>
                      <a:pt x="5444776" y="476726"/>
                    </a:cubicBezTo>
                    <a:cubicBezTo>
                      <a:pt x="5206335" y="474433"/>
                      <a:pt x="5191863" y="459253"/>
                      <a:pt x="4963273" y="476726"/>
                    </a:cubicBezTo>
                    <a:cubicBezTo>
                      <a:pt x="4734683" y="494199"/>
                      <a:pt x="4397394" y="480422"/>
                      <a:pt x="4137839" y="476726"/>
                    </a:cubicBezTo>
                    <a:cubicBezTo>
                      <a:pt x="3878284" y="473030"/>
                      <a:pt x="3808294" y="464118"/>
                      <a:pt x="3518764" y="476726"/>
                    </a:cubicBezTo>
                    <a:cubicBezTo>
                      <a:pt x="3229234" y="489334"/>
                      <a:pt x="3088414" y="446638"/>
                      <a:pt x="2899689" y="476726"/>
                    </a:cubicBezTo>
                    <a:cubicBezTo>
                      <a:pt x="2710965" y="506814"/>
                      <a:pt x="2523582" y="498565"/>
                      <a:pt x="2280613" y="476726"/>
                    </a:cubicBezTo>
                    <a:cubicBezTo>
                      <a:pt x="2037644" y="454887"/>
                      <a:pt x="1771421" y="441865"/>
                      <a:pt x="1523965" y="476726"/>
                    </a:cubicBezTo>
                    <a:cubicBezTo>
                      <a:pt x="1276509" y="511587"/>
                      <a:pt x="1176682" y="457844"/>
                      <a:pt x="973676" y="476726"/>
                    </a:cubicBezTo>
                    <a:cubicBezTo>
                      <a:pt x="770670" y="495608"/>
                      <a:pt x="440399" y="434765"/>
                      <a:pt x="79456" y="476726"/>
                    </a:cubicBezTo>
                    <a:cubicBezTo>
                      <a:pt x="27408" y="473164"/>
                      <a:pt x="6549" y="435401"/>
                      <a:pt x="0" y="397270"/>
                    </a:cubicBezTo>
                    <a:cubicBezTo>
                      <a:pt x="10687" y="329441"/>
                      <a:pt x="12688" y="205949"/>
                      <a:pt x="0" y="79456"/>
                    </a:cubicBezTo>
                    <a:close/>
                  </a:path>
                  <a:path extrusionOk="0" h="476726" w="7037528">
                    <a:moveTo>
                      <a:pt x="0" y="79456"/>
                    </a:moveTo>
                    <a:cubicBezTo>
                      <a:pt x="3467" y="40234"/>
                      <a:pt x="26173" y="-5065"/>
                      <a:pt x="79456" y="0"/>
                    </a:cubicBezTo>
                    <a:cubicBezTo>
                      <a:pt x="286289" y="23508"/>
                      <a:pt x="572920" y="-16166"/>
                      <a:pt x="698531" y="0"/>
                    </a:cubicBezTo>
                    <a:cubicBezTo>
                      <a:pt x="824143" y="16166"/>
                      <a:pt x="1112171" y="9491"/>
                      <a:pt x="1455179" y="0"/>
                    </a:cubicBezTo>
                    <a:cubicBezTo>
                      <a:pt x="1798187" y="-9491"/>
                      <a:pt x="1941273" y="7574"/>
                      <a:pt x="2143041" y="0"/>
                    </a:cubicBezTo>
                    <a:cubicBezTo>
                      <a:pt x="2344809" y="-7574"/>
                      <a:pt x="2596401" y="10928"/>
                      <a:pt x="2762116" y="0"/>
                    </a:cubicBezTo>
                    <a:cubicBezTo>
                      <a:pt x="2927831" y="-10928"/>
                      <a:pt x="3197598" y="-16841"/>
                      <a:pt x="3381192" y="0"/>
                    </a:cubicBezTo>
                    <a:cubicBezTo>
                      <a:pt x="3564786" y="16841"/>
                      <a:pt x="3722921" y="24484"/>
                      <a:pt x="3931481" y="0"/>
                    </a:cubicBezTo>
                    <a:cubicBezTo>
                      <a:pt x="4140041" y="-24484"/>
                      <a:pt x="4277494" y="19232"/>
                      <a:pt x="4550556" y="0"/>
                    </a:cubicBezTo>
                    <a:cubicBezTo>
                      <a:pt x="4823618" y="-19232"/>
                      <a:pt x="5105580" y="-29182"/>
                      <a:pt x="5307204" y="0"/>
                    </a:cubicBezTo>
                    <a:cubicBezTo>
                      <a:pt x="5508828" y="29182"/>
                      <a:pt x="5800842" y="-25874"/>
                      <a:pt x="5926280" y="0"/>
                    </a:cubicBezTo>
                    <a:cubicBezTo>
                      <a:pt x="6051718" y="25874"/>
                      <a:pt x="6475616" y="-42530"/>
                      <a:pt x="6958072" y="0"/>
                    </a:cubicBezTo>
                    <a:cubicBezTo>
                      <a:pt x="6995167" y="108"/>
                      <a:pt x="7035335" y="45085"/>
                      <a:pt x="7037528" y="79456"/>
                    </a:cubicBezTo>
                    <a:cubicBezTo>
                      <a:pt x="7044218" y="148026"/>
                      <a:pt x="7039391" y="259292"/>
                      <a:pt x="7037528" y="397270"/>
                    </a:cubicBezTo>
                    <a:cubicBezTo>
                      <a:pt x="7035497" y="436104"/>
                      <a:pt x="6995963" y="485373"/>
                      <a:pt x="6958072" y="476726"/>
                    </a:cubicBezTo>
                    <a:cubicBezTo>
                      <a:pt x="6620593" y="473652"/>
                      <a:pt x="6401627" y="443615"/>
                      <a:pt x="6201424" y="476726"/>
                    </a:cubicBezTo>
                    <a:cubicBezTo>
                      <a:pt x="6001221" y="509837"/>
                      <a:pt x="5905791" y="459189"/>
                      <a:pt x="5719921" y="476726"/>
                    </a:cubicBezTo>
                    <a:cubicBezTo>
                      <a:pt x="5534051" y="494263"/>
                      <a:pt x="5289954" y="475305"/>
                      <a:pt x="5100846" y="476726"/>
                    </a:cubicBezTo>
                    <a:cubicBezTo>
                      <a:pt x="4911739" y="478147"/>
                      <a:pt x="4608090" y="464720"/>
                      <a:pt x="4412984" y="476726"/>
                    </a:cubicBezTo>
                    <a:cubicBezTo>
                      <a:pt x="4217878" y="488732"/>
                      <a:pt x="4012145" y="507114"/>
                      <a:pt x="3793909" y="476726"/>
                    </a:cubicBezTo>
                    <a:cubicBezTo>
                      <a:pt x="3575674" y="446338"/>
                      <a:pt x="3258984" y="501787"/>
                      <a:pt x="2968475" y="476726"/>
                    </a:cubicBezTo>
                    <a:cubicBezTo>
                      <a:pt x="2677966" y="451665"/>
                      <a:pt x="2659957" y="456146"/>
                      <a:pt x="2486972" y="476726"/>
                    </a:cubicBezTo>
                    <a:cubicBezTo>
                      <a:pt x="2313987" y="497306"/>
                      <a:pt x="2161502" y="460863"/>
                      <a:pt x="2005468" y="476726"/>
                    </a:cubicBezTo>
                    <a:cubicBezTo>
                      <a:pt x="1849434" y="492589"/>
                      <a:pt x="1559074" y="507582"/>
                      <a:pt x="1180035" y="476726"/>
                    </a:cubicBezTo>
                    <a:cubicBezTo>
                      <a:pt x="800996" y="445870"/>
                      <a:pt x="628690" y="512561"/>
                      <a:pt x="79456" y="476726"/>
                    </a:cubicBezTo>
                    <a:cubicBezTo>
                      <a:pt x="35853" y="471573"/>
                      <a:pt x="3986" y="432788"/>
                      <a:pt x="0" y="397270"/>
                    </a:cubicBezTo>
                    <a:cubicBezTo>
                      <a:pt x="14839" y="248163"/>
                      <a:pt x="170" y="176185"/>
                      <a:pt x="0" y="79456"/>
                    </a:cubicBezTo>
                    <a:close/>
                  </a:path>
                </a:pathLst>
              </a:custGeom>
              <a:solidFill>
                <a:srgbClr val="D6E3BC"/>
              </a:solidFill>
              <a:ln cap="flat" cmpd="sng" w="571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 u="none" cap="none" strike="noStrike">
                    <a:solidFill>
                      <a:srgbClr val="4F612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Imagine Ideal Dream Scenario</a:t>
                </a:r>
                <a:endParaRPr/>
              </a:p>
            </p:txBody>
          </p:sp>
        </p:grpSp>
      </p:grpSp>
      <p:pic>
        <p:nvPicPr>
          <p:cNvPr descr="Image result for Scripting to success"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7277" y="-129991"/>
            <a:ext cx="3356353" cy="262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B56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3861787" y="2694313"/>
            <a:ext cx="9563100" cy="95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2321"/>
                </a:solidFill>
                <a:latin typeface="Poppins"/>
                <a:ea typeface="Poppins"/>
                <a:cs typeface="Poppins"/>
                <a:sym typeface="Poppins"/>
              </a:rPr>
              <a:t>Lead Conversion Documents  </a:t>
            </a: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39949" l="0" r="0" t="39950"/>
          <a:stretch/>
        </p:blipFill>
        <p:spPr>
          <a:xfrm>
            <a:off x="-270248" y="-229629"/>
            <a:ext cx="18828496" cy="25166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-167032" y="2287029"/>
            <a:ext cx="18622064" cy="182133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2356837" y="3801893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DAFEA4"/>
                    </a:gs>
                    <a:gs pos="35000">
                      <a:srgbClr val="E3FEBF"/>
                    </a:gs>
                    <a:gs pos="100000">
                      <a:srgbClr val="F4FEE6"/>
                    </a:gs>
                  </a:gsLst>
                  <a:lin ang="16200000" scaled="0"/>
                </a:gradFill>
                <a:tableStyleId>{42A83027-4413-4233-BDFB-A9FBD6E725D2}</a:tableStyleId>
              </a:tblPr>
              <a:tblGrid>
                <a:gridCol w="2514600"/>
                <a:gridCol w="2514600"/>
                <a:gridCol w="2514600"/>
                <a:gridCol w="2514600"/>
                <a:gridCol w="2514600"/>
              </a:tblGrid>
              <a:tr h="976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514F4D"/>
                          </a:solidFill>
                        </a:rPr>
                        <a:t>LEAD RELATED LIST</a:t>
                      </a:r>
                      <a:endParaRPr b="1" sz="2400" u="none" cap="none" strike="noStrike">
                        <a:solidFill>
                          <a:srgbClr val="514F4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514F4D"/>
                          </a:solidFill>
                        </a:rPr>
                        <a:t>CONTACT</a:t>
                      </a:r>
                      <a:endParaRPr b="1" sz="2400" u="none" cap="none" strike="noStrike">
                        <a:solidFill>
                          <a:srgbClr val="514F4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514F4D"/>
                          </a:solidFill>
                        </a:rPr>
                        <a:t>ACCOUNT</a:t>
                      </a:r>
                      <a:endParaRPr b="1" sz="2400" u="none" cap="none" strike="noStrike">
                        <a:solidFill>
                          <a:srgbClr val="514F4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514F4D"/>
                          </a:solidFill>
                        </a:rPr>
                        <a:t>PERSON ACCOUNT</a:t>
                      </a:r>
                      <a:endParaRPr b="1" sz="2400" u="none" cap="none" strike="noStrike">
                        <a:solidFill>
                          <a:srgbClr val="514F4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514F4D"/>
                          </a:solidFill>
                        </a:rPr>
                        <a:t>OPPORTUNITY</a:t>
                      </a:r>
                      <a:endParaRPr b="1" sz="2400" u="none" cap="none" strike="noStrike">
                        <a:solidFill>
                          <a:srgbClr val="514F4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Open Activities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Activity History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Campaign History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HTML Email Status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Content Deliveries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Social Posts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Social Personas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Marketing Actions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175" marB="30175" marR="60350" marL="60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30175" marB="30175" marR="60350" marL="60350"/>
                </a:tc>
              </a:tr>
            </a:tbl>
          </a:graphicData>
        </a:graphic>
      </p:graphicFrame>
      <p:grpSp>
        <p:nvGrpSpPr>
          <p:cNvPr id="138" name="Google Shape;138;p4"/>
          <p:cNvGrpSpPr/>
          <p:nvPr/>
        </p:nvGrpSpPr>
        <p:grpSpPr>
          <a:xfrm>
            <a:off x="5867400" y="4977842"/>
            <a:ext cx="7903813" cy="5077434"/>
            <a:chOff x="9267899" y="4831186"/>
            <a:chExt cx="7903813" cy="5077434"/>
          </a:xfrm>
        </p:grpSpPr>
        <p:grpSp>
          <p:nvGrpSpPr>
            <p:cNvPr id="139" name="Google Shape;139;p4"/>
            <p:cNvGrpSpPr/>
            <p:nvPr/>
          </p:nvGrpSpPr>
          <p:grpSpPr>
            <a:xfrm>
              <a:off x="9301333" y="4831186"/>
              <a:ext cx="7870379" cy="316571"/>
              <a:chOff x="9301334" y="4630359"/>
              <a:chExt cx="7870379" cy="316571"/>
            </a:xfrm>
          </p:grpSpPr>
          <p:pic>
            <p:nvPicPr>
              <p:cNvPr descr="Checkmark" id="140" name="Google Shape;140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6878080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1" name="Google Shape;141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2" name="Google Shape;142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1723633" y="4653297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3" name="Google Shape;143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4" name="Google Shape;144;p4"/>
            <p:cNvGrpSpPr/>
            <p:nvPr/>
          </p:nvGrpSpPr>
          <p:grpSpPr>
            <a:xfrm>
              <a:off x="9267899" y="5511406"/>
              <a:ext cx="7870379" cy="316571"/>
              <a:chOff x="9301334" y="4630359"/>
              <a:chExt cx="7870379" cy="316571"/>
            </a:xfrm>
          </p:grpSpPr>
          <p:pic>
            <p:nvPicPr>
              <p:cNvPr descr="Checkmark" id="145" name="Google Shape;145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6878080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6" name="Google Shape;146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7" name="Google Shape;147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1723633" y="4653297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48" name="Google Shape;148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9" name="Google Shape;149;p4"/>
            <p:cNvGrpSpPr/>
            <p:nvPr/>
          </p:nvGrpSpPr>
          <p:grpSpPr>
            <a:xfrm>
              <a:off x="9276402" y="6129382"/>
              <a:ext cx="5366564" cy="293633"/>
              <a:chOff x="9301334" y="4630359"/>
              <a:chExt cx="5366564" cy="293633"/>
            </a:xfrm>
          </p:grpSpPr>
          <p:pic>
            <p:nvPicPr>
              <p:cNvPr descr="Checkmark" id="150" name="Google Shape;150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51" name="Google Shape;151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2" name="Google Shape;152;p4"/>
            <p:cNvGrpSpPr/>
            <p:nvPr/>
          </p:nvGrpSpPr>
          <p:grpSpPr>
            <a:xfrm>
              <a:off x="9267899" y="6868260"/>
              <a:ext cx="5366564" cy="293633"/>
              <a:chOff x="9301334" y="4630359"/>
              <a:chExt cx="5366564" cy="293633"/>
            </a:xfrm>
          </p:grpSpPr>
          <p:pic>
            <p:nvPicPr>
              <p:cNvPr descr="Checkmark" id="153" name="Google Shape;153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54" name="Google Shape;15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Checkmark" id="155" name="Google Shape;15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67899" y="7625769"/>
              <a:ext cx="293633" cy="2936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" name="Google Shape;156;p4"/>
            <p:cNvGrpSpPr/>
            <p:nvPr/>
          </p:nvGrpSpPr>
          <p:grpSpPr>
            <a:xfrm>
              <a:off x="9276402" y="8258134"/>
              <a:ext cx="5366564" cy="293633"/>
              <a:chOff x="9301334" y="4630359"/>
              <a:chExt cx="5366564" cy="293633"/>
            </a:xfrm>
          </p:grpSpPr>
          <p:pic>
            <p:nvPicPr>
              <p:cNvPr descr="Checkmark" id="157" name="Google Shape;157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58" name="Google Shape;158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9" name="Google Shape;159;p4"/>
            <p:cNvGrpSpPr/>
            <p:nvPr/>
          </p:nvGrpSpPr>
          <p:grpSpPr>
            <a:xfrm>
              <a:off x="9301333" y="8997012"/>
              <a:ext cx="5366564" cy="293633"/>
              <a:chOff x="9301334" y="4630359"/>
              <a:chExt cx="5366564" cy="293633"/>
            </a:xfrm>
          </p:grpSpPr>
          <p:pic>
            <p:nvPicPr>
              <p:cNvPr descr="Checkmark" id="160" name="Google Shape;160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61" name="Google Shape;161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2" name="Google Shape;162;p4"/>
            <p:cNvGrpSpPr/>
            <p:nvPr/>
          </p:nvGrpSpPr>
          <p:grpSpPr>
            <a:xfrm>
              <a:off x="9311493" y="9614987"/>
              <a:ext cx="5366564" cy="293633"/>
              <a:chOff x="9301334" y="4630359"/>
              <a:chExt cx="5366564" cy="293633"/>
            </a:xfrm>
          </p:grpSpPr>
          <p:pic>
            <p:nvPicPr>
              <p:cNvPr descr="Checkmark" id="163" name="Google Shape;163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374265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heckmark" id="164" name="Google Shape;16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301334" y="4630359"/>
                <a:ext cx="293633" cy="293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B56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5"/>
          <p:cNvPicPr preferRelativeResize="0"/>
          <p:nvPr/>
        </p:nvPicPr>
        <p:blipFill rotWithShape="1">
          <a:blip r:embed="rId3">
            <a:alphaModFix/>
          </a:blip>
          <a:srcRect b="0" l="19194" r="19194" t="0"/>
          <a:stretch/>
        </p:blipFill>
        <p:spPr>
          <a:xfrm>
            <a:off x="8631314" y="-223972"/>
            <a:ext cx="9926934" cy="1073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649103" y="573183"/>
            <a:ext cx="10612557" cy="9140634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5"/>
          <p:cNvGrpSpPr/>
          <p:nvPr/>
        </p:nvGrpSpPr>
        <p:grpSpPr>
          <a:xfrm>
            <a:off x="1383235" y="1168493"/>
            <a:ext cx="9144292" cy="2484917"/>
            <a:chOff x="0" y="-66675"/>
            <a:chExt cx="12192389" cy="3313223"/>
          </a:xfrm>
        </p:grpSpPr>
        <p:sp>
          <p:nvSpPr>
            <p:cNvPr id="172" name="Google Shape;172;p5"/>
            <p:cNvSpPr txBox="1"/>
            <p:nvPr/>
          </p:nvSpPr>
          <p:spPr>
            <a:xfrm>
              <a:off x="0" y="-66675"/>
              <a:ext cx="12192389" cy="2604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AFBFB"/>
                  </a:solidFill>
                  <a:latin typeface="Poppins"/>
                  <a:ea typeface="Poppins"/>
                  <a:cs typeface="Poppins"/>
                  <a:sym typeface="Poppins"/>
                </a:rPr>
                <a:t>PRE-SALES COMMUNICATION </a:t>
              </a:r>
              <a:endParaRPr/>
            </a:p>
          </p:txBody>
        </p:sp>
        <p:pic>
          <p:nvPicPr>
            <p:cNvPr id="173" name="Google Shape;173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967616"/>
              <a:ext cx="2066165" cy="2789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5"/>
          <p:cNvSpPr txBox="1"/>
          <p:nvPr/>
        </p:nvSpPr>
        <p:spPr>
          <a:xfrm>
            <a:off x="1324387" y="5143500"/>
            <a:ext cx="891540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 how to use the E-bike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Establishing the value created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Provides Setup to leads on Technical Issues of startup and scaling 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-204992" y="-170819"/>
            <a:ext cx="18697984" cy="266849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114425" y="802644"/>
            <a:ext cx="117824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 STEP PROCESS </a:t>
            </a:r>
            <a:endParaRPr/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472100" y="546692"/>
            <a:ext cx="2701475" cy="2296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6"/>
          <p:cNvGrpSpPr/>
          <p:nvPr/>
        </p:nvGrpSpPr>
        <p:grpSpPr>
          <a:xfrm>
            <a:off x="1173526" y="3458530"/>
            <a:ext cx="7469626" cy="599908"/>
            <a:chOff x="1332" y="-38100"/>
            <a:chExt cx="9959501" cy="799878"/>
          </a:xfrm>
        </p:grpSpPr>
        <p:sp>
          <p:nvSpPr>
            <p:cNvPr id="183" name="Google Shape;183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Adding Leads to CRM  </a:t>
              </a:r>
              <a:endParaRPr/>
            </a:p>
          </p:txBody>
        </p:sp>
      </p:grpSp>
      <p:grpSp>
        <p:nvGrpSpPr>
          <p:cNvPr id="185" name="Google Shape;185;p6"/>
          <p:cNvGrpSpPr/>
          <p:nvPr/>
        </p:nvGrpSpPr>
        <p:grpSpPr>
          <a:xfrm>
            <a:off x="1157287" y="4573747"/>
            <a:ext cx="7469626" cy="1228285"/>
            <a:chOff x="1332" y="-38100"/>
            <a:chExt cx="9959501" cy="1637715"/>
          </a:xfrm>
        </p:grpSpPr>
        <p:sp>
          <p:nvSpPr>
            <p:cNvPr id="186" name="Google Shape;186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Sending Email Sequences to the Lead</a:t>
              </a:r>
              <a:endParaRPr/>
            </a:p>
          </p:txBody>
        </p:sp>
      </p:grpSp>
      <p:grpSp>
        <p:nvGrpSpPr>
          <p:cNvPr id="188" name="Google Shape;188;p6"/>
          <p:cNvGrpSpPr/>
          <p:nvPr/>
        </p:nvGrpSpPr>
        <p:grpSpPr>
          <a:xfrm>
            <a:off x="1115424" y="6129501"/>
            <a:ext cx="7469626" cy="1228285"/>
            <a:chOff x="1332" y="-38100"/>
            <a:chExt cx="9959501" cy="1637715"/>
          </a:xfrm>
        </p:grpSpPr>
        <p:sp>
          <p:nvSpPr>
            <p:cNvPr id="189" name="Google Shape;189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Responding Quickly to the Leads </a:t>
              </a:r>
              <a:endParaRPr/>
            </a:p>
          </p:txBody>
        </p:sp>
      </p:grpSp>
      <p:grpSp>
        <p:nvGrpSpPr>
          <p:cNvPr id="191" name="Google Shape;191;p6"/>
          <p:cNvGrpSpPr/>
          <p:nvPr/>
        </p:nvGrpSpPr>
        <p:grpSpPr>
          <a:xfrm>
            <a:off x="9898393" y="3480125"/>
            <a:ext cx="7469626" cy="1228285"/>
            <a:chOff x="1332" y="-38100"/>
            <a:chExt cx="9959501" cy="1637715"/>
          </a:xfrm>
        </p:grpSpPr>
        <p:sp>
          <p:nvSpPr>
            <p:cNvPr id="192" name="Google Shape;192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Creating Self-Service Documentation For Users </a:t>
              </a:r>
              <a:endParaRPr/>
            </a:p>
          </p:txBody>
        </p:sp>
      </p:grpSp>
      <p:grpSp>
        <p:nvGrpSpPr>
          <p:cNvPr id="194" name="Google Shape;194;p6"/>
          <p:cNvGrpSpPr/>
          <p:nvPr/>
        </p:nvGrpSpPr>
        <p:grpSpPr>
          <a:xfrm>
            <a:off x="1135744" y="7641427"/>
            <a:ext cx="7469626" cy="1228285"/>
            <a:chOff x="1332" y="-38100"/>
            <a:chExt cx="9959501" cy="1637715"/>
          </a:xfrm>
        </p:grpSpPr>
        <p:sp>
          <p:nvSpPr>
            <p:cNvPr id="195" name="Google Shape;195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Following up with Video and Audio Calls 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9897394" y="5325606"/>
            <a:ext cx="7469626" cy="1228285"/>
            <a:chOff x="1332" y="-38100"/>
            <a:chExt cx="9959501" cy="1637715"/>
          </a:xfrm>
        </p:grpSpPr>
        <p:sp>
          <p:nvSpPr>
            <p:cNvPr id="198" name="Google Shape;198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Promoting product to your leads </a:t>
              </a:r>
              <a:endParaRPr/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9898393" y="7300401"/>
            <a:ext cx="7469626" cy="599908"/>
            <a:chOff x="1332" y="-38100"/>
            <a:chExt cx="9959501" cy="799878"/>
          </a:xfrm>
        </p:grpSpPr>
        <p:sp>
          <p:nvSpPr>
            <p:cNvPr id="201" name="Google Shape;201;p6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Analyzing Lead Data  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19194" r="19194" t="0"/>
          <a:stretch/>
        </p:blipFill>
        <p:spPr>
          <a:xfrm>
            <a:off x="8631314" y="-223972"/>
            <a:ext cx="9926934" cy="1073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649103" y="573183"/>
            <a:ext cx="10612557" cy="9140634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1383235" y="1168493"/>
            <a:ext cx="9144292" cy="2484917"/>
            <a:chOff x="0" y="-66675"/>
            <a:chExt cx="12192389" cy="3313223"/>
          </a:xfrm>
        </p:grpSpPr>
        <p:sp>
          <p:nvSpPr>
            <p:cNvPr id="210" name="Google Shape;210;p7"/>
            <p:cNvSpPr txBox="1"/>
            <p:nvPr/>
          </p:nvSpPr>
          <p:spPr>
            <a:xfrm>
              <a:off x="0" y="-66675"/>
              <a:ext cx="12192389" cy="2604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AFBFB"/>
                  </a:solidFill>
                  <a:latin typeface="Poppins"/>
                  <a:ea typeface="Poppins"/>
                  <a:cs typeface="Poppins"/>
                  <a:sym typeface="Poppins"/>
                </a:rPr>
                <a:t>POST-SALES COMMUNICATION </a:t>
              </a:r>
              <a:endParaRPr/>
            </a:p>
          </p:txBody>
        </p:sp>
        <p:pic>
          <p:nvPicPr>
            <p:cNvPr id="211" name="Google Shape;21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967616"/>
              <a:ext cx="2066165" cy="2789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7"/>
          <p:cNvSpPr txBox="1"/>
          <p:nvPr/>
        </p:nvSpPr>
        <p:spPr>
          <a:xfrm>
            <a:off x="1383235" y="4679023"/>
            <a:ext cx="891540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Encourage Customer Feedback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the Customers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Encourage Referrals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Reward Customer Loyalty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Educate the customers regularly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1028700" y="1028700"/>
            <a:ext cx="7765575" cy="8229600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1752600" y="2705100"/>
            <a:ext cx="6714871" cy="71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AFBFB"/>
                </a:solidFill>
                <a:latin typeface="Poppins"/>
                <a:ea typeface="Poppins"/>
                <a:cs typeface="Poppins"/>
                <a:sym typeface="Poppins"/>
              </a:rPr>
              <a:t>SALES FUNNEL 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1554051" y="4420224"/>
            <a:ext cx="6714871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traffic – Awareness Stage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Leads – Consideration Stage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Sales – Decision Sales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Retention – Retention Stage </a:t>
            </a:r>
            <a:endParaRPr/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4273" y="1028700"/>
            <a:ext cx="9493727" cy="7557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-204992" y="-170819"/>
            <a:ext cx="18697984" cy="266849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1135744" y="356224"/>
            <a:ext cx="1178249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Content and Frequency 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 Communication  </a:t>
            </a:r>
            <a:endParaRPr/>
          </a:p>
        </p:txBody>
      </p:sp>
      <p:pic>
        <p:nvPicPr>
          <p:cNvPr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472100" y="546692"/>
            <a:ext cx="2701475" cy="2296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9"/>
          <p:cNvGrpSpPr/>
          <p:nvPr/>
        </p:nvGrpSpPr>
        <p:grpSpPr>
          <a:xfrm>
            <a:off x="1173526" y="3458530"/>
            <a:ext cx="7469626" cy="599908"/>
            <a:chOff x="1332" y="-38100"/>
            <a:chExt cx="9959501" cy="799878"/>
          </a:xfrm>
        </p:grpSpPr>
        <p:sp>
          <p:nvSpPr>
            <p:cNvPr id="229" name="Google Shape;229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Facebook Ad Sense</a:t>
              </a:r>
              <a:endParaRPr/>
            </a:p>
          </p:txBody>
        </p:sp>
      </p:grpSp>
      <p:grpSp>
        <p:nvGrpSpPr>
          <p:cNvPr id="231" name="Google Shape;231;p9"/>
          <p:cNvGrpSpPr/>
          <p:nvPr/>
        </p:nvGrpSpPr>
        <p:grpSpPr>
          <a:xfrm>
            <a:off x="1157287" y="4573747"/>
            <a:ext cx="7469626" cy="599908"/>
            <a:chOff x="1332" y="-38100"/>
            <a:chExt cx="9959501" cy="799878"/>
          </a:xfrm>
        </p:grpSpPr>
        <p:sp>
          <p:nvSpPr>
            <p:cNvPr id="232" name="Google Shape;232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9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Google Ad Sense </a:t>
              </a:r>
              <a:endParaRPr/>
            </a:p>
          </p:txBody>
        </p:sp>
      </p:grpSp>
      <p:grpSp>
        <p:nvGrpSpPr>
          <p:cNvPr id="234" name="Google Shape;234;p9"/>
          <p:cNvGrpSpPr/>
          <p:nvPr/>
        </p:nvGrpSpPr>
        <p:grpSpPr>
          <a:xfrm>
            <a:off x="1135744" y="5939748"/>
            <a:ext cx="7469626" cy="599908"/>
            <a:chOff x="1332" y="-38100"/>
            <a:chExt cx="9959501" cy="799878"/>
          </a:xfrm>
        </p:grpSpPr>
        <p:sp>
          <p:nvSpPr>
            <p:cNvPr id="235" name="Google Shape;235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9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Blogs – Quora </a:t>
              </a:r>
              <a:endParaRPr/>
            </a:p>
          </p:txBody>
        </p:sp>
      </p:grpSp>
      <p:grpSp>
        <p:nvGrpSpPr>
          <p:cNvPr id="237" name="Google Shape;237;p9"/>
          <p:cNvGrpSpPr/>
          <p:nvPr/>
        </p:nvGrpSpPr>
        <p:grpSpPr>
          <a:xfrm>
            <a:off x="9898393" y="3480125"/>
            <a:ext cx="7469626" cy="1228285"/>
            <a:chOff x="1332" y="-38100"/>
            <a:chExt cx="9959501" cy="1637715"/>
          </a:xfrm>
        </p:grpSpPr>
        <p:sp>
          <p:nvSpPr>
            <p:cNvPr id="238" name="Google Shape;238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9"/>
            <p:cNvSpPr txBox="1"/>
            <p:nvPr/>
          </p:nvSpPr>
          <p:spPr>
            <a:xfrm>
              <a:off x="1058285" y="-38100"/>
              <a:ext cx="8902548" cy="1637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Interested People – once/twice a day </a:t>
              </a:r>
              <a:endParaRPr/>
            </a:p>
          </p:txBody>
        </p:sp>
      </p:grpSp>
      <p:grpSp>
        <p:nvGrpSpPr>
          <p:cNvPr id="240" name="Google Shape;240;p9"/>
          <p:cNvGrpSpPr/>
          <p:nvPr/>
        </p:nvGrpSpPr>
        <p:grpSpPr>
          <a:xfrm>
            <a:off x="1157287" y="7351371"/>
            <a:ext cx="7469626" cy="599908"/>
            <a:chOff x="1332" y="-38100"/>
            <a:chExt cx="9959501" cy="799878"/>
          </a:xfrm>
        </p:grpSpPr>
        <p:sp>
          <p:nvSpPr>
            <p:cNvPr id="241" name="Google Shape;241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9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Social Media Handles </a:t>
              </a:r>
              <a:endParaRPr/>
            </a:p>
          </p:txBody>
        </p:sp>
      </p:grpSp>
      <p:grpSp>
        <p:nvGrpSpPr>
          <p:cNvPr id="243" name="Google Shape;243;p9"/>
          <p:cNvGrpSpPr/>
          <p:nvPr/>
        </p:nvGrpSpPr>
        <p:grpSpPr>
          <a:xfrm>
            <a:off x="9897394" y="5325606"/>
            <a:ext cx="7469626" cy="599908"/>
            <a:chOff x="1332" y="-38100"/>
            <a:chExt cx="9959501" cy="799878"/>
          </a:xfrm>
        </p:grpSpPr>
        <p:sp>
          <p:nvSpPr>
            <p:cNvPr id="244" name="Google Shape;244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9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Blogs – 1 or 2 times a week </a:t>
              </a:r>
              <a:endParaRPr/>
            </a:p>
          </p:txBody>
        </p:sp>
      </p:grpSp>
      <p:grpSp>
        <p:nvGrpSpPr>
          <p:cNvPr id="246" name="Google Shape;246;p9"/>
          <p:cNvGrpSpPr/>
          <p:nvPr/>
        </p:nvGrpSpPr>
        <p:grpSpPr>
          <a:xfrm>
            <a:off x="9898393" y="6784480"/>
            <a:ext cx="7469626" cy="2485039"/>
            <a:chOff x="1332" y="-38100"/>
            <a:chExt cx="9959501" cy="3313389"/>
          </a:xfrm>
        </p:grpSpPr>
        <p:sp>
          <p:nvSpPr>
            <p:cNvPr id="247" name="Google Shape;247;p9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9"/>
            <p:cNvSpPr txBox="1"/>
            <p:nvPr/>
          </p:nvSpPr>
          <p:spPr>
            <a:xfrm>
              <a:off x="1058285" y="-38100"/>
              <a:ext cx="8902548" cy="3313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Social Media </a:t>
              </a:r>
              <a:endParaRPr/>
            </a:p>
            <a:p>
              <a:pPr indent="-742950" lvl="0" marL="7429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AutoNum type="arabicPeriod"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	Instagram – 2 times </a:t>
              </a:r>
              <a:endParaRPr/>
            </a:p>
            <a:p>
              <a:pPr indent="-742950" lvl="0" marL="7429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AutoNum type="arabicPeriod"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Facebook – 1 / 2 times</a:t>
              </a:r>
              <a:endParaRPr/>
            </a:p>
            <a:p>
              <a:pPr indent="-742950" lvl="0" marL="74295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AutoNum type="arabicPeriod"/>
              </a:pPr>
              <a:r>
                <a:rPr b="1" i="0" lang="en-US" sz="3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LinkedIn – 1 time 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96590" y="1388078"/>
            <a:ext cx="9571694" cy="81359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-318871" y="9402612"/>
            <a:ext cx="18925742" cy="115010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10"/>
          <p:cNvGrpSpPr/>
          <p:nvPr/>
        </p:nvGrpSpPr>
        <p:grpSpPr>
          <a:xfrm>
            <a:off x="1028699" y="1797539"/>
            <a:ext cx="8593878" cy="4207797"/>
            <a:chOff x="0" y="1025119"/>
            <a:chExt cx="11458505" cy="5610396"/>
          </a:xfrm>
        </p:grpSpPr>
        <p:pic>
          <p:nvPicPr>
            <p:cNvPr id="256" name="Google Shape;25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6282768"/>
              <a:ext cx="2612943" cy="352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0"/>
            <p:cNvSpPr txBox="1"/>
            <p:nvPr/>
          </p:nvSpPr>
          <p:spPr>
            <a:xfrm>
              <a:off x="1" y="1025119"/>
              <a:ext cx="11458504" cy="2100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4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Thank You !</a:t>
              </a:r>
              <a:endParaRPr b="1" i="0" sz="9999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58" name="Google Shape;258;p10"/>
          <p:cNvSpPr txBox="1"/>
          <p:nvPr/>
        </p:nvSpPr>
        <p:spPr>
          <a:xfrm>
            <a:off x="1028700" y="8134074"/>
            <a:ext cx="85938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AFBFB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PREPARED BY PADHMAJA K, IIM RAIPUR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